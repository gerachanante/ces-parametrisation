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FB5A4F-832D-400F-A7A8-0647EE990C74}" v="15" dt="2025-11-16T15:42:07.8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8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camilla Garcia, Gerardo Alonso" userId="8ce80ce6-f1b6-4699-af6b-2369c5a25767" providerId="ADAL" clId="{E3FB5A4F-832D-400F-A7A8-0647EE990C74}"/>
    <pc:docChg chg="undo redo custSel addSld delSld modSld">
      <pc:chgData name="Escamilla Garcia, Gerardo Alonso" userId="8ce80ce6-f1b6-4699-af6b-2369c5a25767" providerId="ADAL" clId="{E3FB5A4F-832D-400F-A7A8-0647EE990C74}" dt="2025-11-16T15:42:24.575" v="393" actId="1076"/>
      <pc:docMkLst>
        <pc:docMk/>
      </pc:docMkLst>
      <pc:sldChg chg="addSp delSp modSp mod">
        <pc:chgData name="Escamilla Garcia, Gerardo Alonso" userId="8ce80ce6-f1b6-4699-af6b-2369c5a25767" providerId="ADAL" clId="{E3FB5A4F-832D-400F-A7A8-0647EE990C74}" dt="2025-11-16T15:39:13.038" v="384" actId="1036"/>
        <pc:sldMkLst>
          <pc:docMk/>
          <pc:sldMk cId="601372393" sldId="256"/>
        </pc:sldMkLst>
        <pc:spChg chg="mod">
          <ac:chgData name="Escamilla Garcia, Gerardo Alonso" userId="8ce80ce6-f1b6-4699-af6b-2369c5a25767" providerId="ADAL" clId="{E3FB5A4F-832D-400F-A7A8-0647EE990C74}" dt="2025-11-16T15:36:52.471" v="311" actId="113"/>
          <ac:spMkLst>
            <pc:docMk/>
            <pc:sldMk cId="601372393" sldId="256"/>
            <ac:spMk id="29" creationId="{E5BA9A4A-711C-D778-BAB3-B45E3621E96B}"/>
          </ac:spMkLst>
        </pc:spChg>
        <pc:spChg chg="del mod">
          <ac:chgData name="Escamilla Garcia, Gerardo Alonso" userId="8ce80ce6-f1b6-4699-af6b-2369c5a25767" providerId="ADAL" clId="{E3FB5A4F-832D-400F-A7A8-0647EE990C74}" dt="2025-11-16T15:36:29.376" v="288" actId="478"/>
          <ac:spMkLst>
            <pc:docMk/>
            <pc:sldMk cId="601372393" sldId="256"/>
            <ac:spMk id="31" creationId="{74496CA0-E5D7-E6C5-CF4D-E65D9E822E33}"/>
          </ac:spMkLst>
        </pc:spChg>
        <pc:spChg chg="mod">
          <ac:chgData name="Escamilla Garcia, Gerardo Alonso" userId="8ce80ce6-f1b6-4699-af6b-2369c5a25767" providerId="ADAL" clId="{E3FB5A4F-832D-400F-A7A8-0647EE990C74}" dt="2025-11-16T15:37:01.186" v="318" actId="1035"/>
          <ac:spMkLst>
            <pc:docMk/>
            <pc:sldMk cId="601372393" sldId="256"/>
            <ac:spMk id="32" creationId="{BDC14156-8C82-437B-E41D-FB43914FA9CA}"/>
          </ac:spMkLst>
        </pc:spChg>
        <pc:spChg chg="add del">
          <ac:chgData name="Escamilla Garcia, Gerardo Alonso" userId="8ce80ce6-f1b6-4699-af6b-2369c5a25767" providerId="ADAL" clId="{E3FB5A4F-832D-400F-A7A8-0647EE990C74}" dt="2025-11-16T14:59:34.388" v="5" actId="22"/>
          <ac:spMkLst>
            <pc:docMk/>
            <pc:sldMk cId="601372393" sldId="256"/>
            <ac:spMk id="34" creationId="{DE5E591A-FD87-E24E-9061-A071F5928D8C}"/>
          </ac:spMkLst>
        </pc:spChg>
        <pc:spChg chg="add mod">
          <ac:chgData name="Escamilla Garcia, Gerardo Alonso" userId="8ce80ce6-f1b6-4699-af6b-2369c5a25767" providerId="ADAL" clId="{E3FB5A4F-832D-400F-A7A8-0647EE990C74}" dt="2025-11-16T15:01:57.618" v="215" actId="1076"/>
          <ac:spMkLst>
            <pc:docMk/>
            <pc:sldMk cId="601372393" sldId="256"/>
            <ac:spMk id="36" creationId="{F51F8CC1-458D-07E4-94CA-275C56AD94F6}"/>
          </ac:spMkLst>
        </pc:spChg>
        <pc:spChg chg="add mod">
          <ac:chgData name="Escamilla Garcia, Gerardo Alonso" userId="8ce80ce6-f1b6-4699-af6b-2369c5a25767" providerId="ADAL" clId="{E3FB5A4F-832D-400F-A7A8-0647EE990C74}" dt="2025-11-16T15:02:00.913" v="216" actId="113"/>
          <ac:spMkLst>
            <pc:docMk/>
            <pc:sldMk cId="601372393" sldId="256"/>
            <ac:spMk id="37" creationId="{75C05A73-D57D-1ABD-9B78-F7573A3D9F7A}"/>
          </ac:spMkLst>
        </pc:spChg>
        <pc:spChg chg="add del mod">
          <ac:chgData name="Escamilla Garcia, Gerardo Alonso" userId="8ce80ce6-f1b6-4699-af6b-2369c5a25767" providerId="ADAL" clId="{E3FB5A4F-832D-400F-A7A8-0647EE990C74}" dt="2025-11-16T15:36:14.330" v="283" actId="478"/>
          <ac:spMkLst>
            <pc:docMk/>
            <pc:sldMk cId="601372393" sldId="256"/>
            <ac:spMk id="38" creationId="{749C3844-45DB-9598-E634-E3819F3CCB44}"/>
          </ac:spMkLst>
        </pc:spChg>
        <pc:spChg chg="add mod">
          <ac:chgData name="Escamilla Garcia, Gerardo Alonso" userId="8ce80ce6-f1b6-4699-af6b-2369c5a25767" providerId="ADAL" clId="{E3FB5A4F-832D-400F-A7A8-0647EE990C74}" dt="2025-11-16T15:36:33.326" v="290" actId="571"/>
          <ac:spMkLst>
            <pc:docMk/>
            <pc:sldMk cId="601372393" sldId="256"/>
            <ac:spMk id="39" creationId="{1BC33630-B84C-467F-A60F-F46E763F14B9}"/>
          </ac:spMkLst>
        </pc:spChg>
        <pc:spChg chg="add mod">
          <ac:chgData name="Escamilla Garcia, Gerardo Alonso" userId="8ce80ce6-f1b6-4699-af6b-2369c5a25767" providerId="ADAL" clId="{E3FB5A4F-832D-400F-A7A8-0647EE990C74}" dt="2025-11-16T15:37:45.766" v="367" actId="1035"/>
          <ac:spMkLst>
            <pc:docMk/>
            <pc:sldMk cId="601372393" sldId="256"/>
            <ac:spMk id="41" creationId="{D20AADCE-82A6-DE03-62ED-09BBFCAB5F5D}"/>
          </ac:spMkLst>
        </pc:spChg>
        <pc:spChg chg="add mod">
          <ac:chgData name="Escamilla Garcia, Gerardo Alonso" userId="8ce80ce6-f1b6-4699-af6b-2369c5a25767" providerId="ADAL" clId="{E3FB5A4F-832D-400F-A7A8-0647EE990C74}" dt="2025-11-16T15:37:53.292" v="368" actId="571"/>
          <ac:spMkLst>
            <pc:docMk/>
            <pc:sldMk cId="601372393" sldId="256"/>
            <ac:spMk id="42" creationId="{85BB7AF0-3BC7-9D04-BD16-0E76CA04548C}"/>
          </ac:spMkLst>
        </pc:spChg>
        <pc:spChg chg="add mod">
          <ac:chgData name="Escamilla Garcia, Gerardo Alonso" userId="8ce80ce6-f1b6-4699-af6b-2369c5a25767" providerId="ADAL" clId="{E3FB5A4F-832D-400F-A7A8-0647EE990C74}" dt="2025-11-16T15:37:57.861" v="369" actId="571"/>
          <ac:spMkLst>
            <pc:docMk/>
            <pc:sldMk cId="601372393" sldId="256"/>
            <ac:spMk id="43" creationId="{1E015411-51A9-B3D8-F5CD-43FA62D344F9}"/>
          </ac:spMkLst>
        </pc:spChg>
        <pc:spChg chg="add mod">
          <ac:chgData name="Escamilla Garcia, Gerardo Alonso" userId="8ce80ce6-f1b6-4699-af6b-2369c5a25767" providerId="ADAL" clId="{E3FB5A4F-832D-400F-A7A8-0647EE990C74}" dt="2025-11-16T15:38:03.414" v="370" actId="571"/>
          <ac:spMkLst>
            <pc:docMk/>
            <pc:sldMk cId="601372393" sldId="256"/>
            <ac:spMk id="44" creationId="{5B42891A-0DF6-69AC-AD67-3414EAB7A7EB}"/>
          </ac:spMkLst>
        </pc:spChg>
        <pc:spChg chg="add mod">
          <ac:chgData name="Escamilla Garcia, Gerardo Alonso" userId="8ce80ce6-f1b6-4699-af6b-2369c5a25767" providerId="ADAL" clId="{E3FB5A4F-832D-400F-A7A8-0647EE990C74}" dt="2025-11-16T15:38:28.896" v="374" actId="20577"/>
          <ac:spMkLst>
            <pc:docMk/>
            <pc:sldMk cId="601372393" sldId="256"/>
            <ac:spMk id="45" creationId="{405B9D8E-6527-B232-8D71-A5AE40E3492A}"/>
          </ac:spMkLst>
        </pc:spChg>
        <pc:spChg chg="add mod">
          <ac:chgData name="Escamilla Garcia, Gerardo Alonso" userId="8ce80ce6-f1b6-4699-af6b-2369c5a25767" providerId="ADAL" clId="{E3FB5A4F-832D-400F-A7A8-0647EE990C74}" dt="2025-11-16T15:38:31.653" v="375" actId="20577"/>
          <ac:spMkLst>
            <pc:docMk/>
            <pc:sldMk cId="601372393" sldId="256"/>
            <ac:spMk id="46" creationId="{636174DF-5B9C-FE12-170A-2AA7DCBEC008}"/>
          </ac:spMkLst>
        </pc:spChg>
        <pc:spChg chg="add mod">
          <ac:chgData name="Escamilla Garcia, Gerardo Alonso" userId="8ce80ce6-f1b6-4699-af6b-2369c5a25767" providerId="ADAL" clId="{E3FB5A4F-832D-400F-A7A8-0647EE990C74}" dt="2025-11-16T15:38:34.184" v="376" actId="20577"/>
          <ac:spMkLst>
            <pc:docMk/>
            <pc:sldMk cId="601372393" sldId="256"/>
            <ac:spMk id="47" creationId="{8567B3FD-16FC-9393-6010-203D8BDD82FF}"/>
          </ac:spMkLst>
        </pc:spChg>
        <pc:spChg chg="add mod">
          <ac:chgData name="Escamilla Garcia, Gerardo Alonso" userId="8ce80ce6-f1b6-4699-af6b-2369c5a25767" providerId="ADAL" clId="{E3FB5A4F-832D-400F-A7A8-0647EE990C74}" dt="2025-11-16T15:38:49.374" v="381" actId="1036"/>
          <ac:spMkLst>
            <pc:docMk/>
            <pc:sldMk cId="601372393" sldId="256"/>
            <ac:spMk id="48" creationId="{90410411-DB5B-43C2-2A84-37D79F5957AD}"/>
          </ac:spMkLst>
        </pc:spChg>
        <pc:spChg chg="add mod">
          <ac:chgData name="Escamilla Garcia, Gerardo Alonso" userId="8ce80ce6-f1b6-4699-af6b-2369c5a25767" providerId="ADAL" clId="{E3FB5A4F-832D-400F-A7A8-0647EE990C74}" dt="2025-11-16T15:39:10.975" v="383" actId="1036"/>
          <ac:spMkLst>
            <pc:docMk/>
            <pc:sldMk cId="601372393" sldId="256"/>
            <ac:spMk id="49" creationId="{E40C0D2D-BE10-917B-802C-8A146C62DF32}"/>
          </ac:spMkLst>
        </pc:spChg>
        <pc:spChg chg="add mod">
          <ac:chgData name="Escamilla Garcia, Gerardo Alonso" userId="8ce80ce6-f1b6-4699-af6b-2369c5a25767" providerId="ADAL" clId="{E3FB5A4F-832D-400F-A7A8-0647EE990C74}" dt="2025-11-16T15:39:13.038" v="384" actId="1036"/>
          <ac:spMkLst>
            <pc:docMk/>
            <pc:sldMk cId="601372393" sldId="256"/>
            <ac:spMk id="50" creationId="{1A5777A2-CA52-EC3E-DECD-68BEF7E58652}"/>
          </ac:spMkLst>
        </pc:spChg>
        <pc:picChg chg="mod">
          <ac:chgData name="Escamilla Garcia, Gerardo Alonso" userId="8ce80ce6-f1b6-4699-af6b-2369c5a25767" providerId="ADAL" clId="{E3FB5A4F-832D-400F-A7A8-0647EE990C74}" dt="2025-11-16T15:01:46.739" v="213" actId="14100"/>
          <ac:picMkLst>
            <pc:docMk/>
            <pc:sldMk cId="601372393" sldId="256"/>
            <ac:picMk id="5" creationId="{916CD5CB-3038-8426-EBC7-DAFE9C293051}"/>
          </ac:picMkLst>
        </pc:picChg>
        <pc:picChg chg="del">
          <ac:chgData name="Escamilla Garcia, Gerardo Alonso" userId="8ce80ce6-f1b6-4699-af6b-2369c5a25767" providerId="ADAL" clId="{E3FB5A4F-832D-400F-A7A8-0647EE990C74}" dt="2025-11-16T15:34:52.917" v="239" actId="478"/>
          <ac:picMkLst>
            <pc:docMk/>
            <pc:sldMk cId="601372393" sldId="256"/>
            <ac:picMk id="7" creationId="{A3B6A8B6-4830-07B3-1C80-AB02A0D7C923}"/>
          </ac:picMkLst>
        </pc:picChg>
        <pc:picChg chg="del mod">
          <ac:chgData name="Escamilla Garcia, Gerardo Alonso" userId="8ce80ce6-f1b6-4699-af6b-2369c5a25767" providerId="ADAL" clId="{E3FB5A4F-832D-400F-A7A8-0647EE990C74}" dt="2025-11-16T15:38:39.946" v="377" actId="478"/>
          <ac:picMkLst>
            <pc:docMk/>
            <pc:sldMk cId="601372393" sldId="256"/>
            <ac:picMk id="9" creationId="{C066DAA2-6454-EF53-304A-F75EF61D5DD9}"/>
          </ac:picMkLst>
        </pc:picChg>
        <pc:picChg chg="del">
          <ac:chgData name="Escamilla Garcia, Gerardo Alonso" userId="8ce80ce6-f1b6-4699-af6b-2369c5a25767" providerId="ADAL" clId="{E3FB5A4F-832D-400F-A7A8-0647EE990C74}" dt="2025-11-16T15:37:35.579" v="361" actId="478"/>
          <ac:picMkLst>
            <pc:docMk/>
            <pc:sldMk cId="601372393" sldId="256"/>
            <ac:picMk id="14" creationId="{5D99B227-9A41-B11D-9779-4874CAE5827E}"/>
          </ac:picMkLst>
        </pc:picChg>
        <pc:picChg chg="del mod">
          <ac:chgData name="Escamilla Garcia, Gerardo Alonso" userId="8ce80ce6-f1b6-4699-af6b-2369c5a25767" providerId="ADAL" clId="{E3FB5A4F-832D-400F-A7A8-0647EE990C74}" dt="2025-11-16T15:37:39.186" v="363" actId="478"/>
          <ac:picMkLst>
            <pc:docMk/>
            <pc:sldMk cId="601372393" sldId="256"/>
            <ac:picMk id="15" creationId="{4E2DCD7C-4647-37B2-04D4-5754E1DEEEA1}"/>
          </ac:picMkLst>
        </pc:picChg>
        <pc:picChg chg="del mod">
          <ac:chgData name="Escamilla Garcia, Gerardo Alonso" userId="8ce80ce6-f1b6-4699-af6b-2369c5a25767" providerId="ADAL" clId="{E3FB5A4F-832D-400F-A7A8-0647EE990C74}" dt="2025-11-16T15:37:38.264" v="362" actId="478"/>
          <ac:picMkLst>
            <pc:docMk/>
            <pc:sldMk cId="601372393" sldId="256"/>
            <ac:picMk id="17" creationId="{94035B3B-0A18-8148-F018-829DA430E727}"/>
          </ac:picMkLst>
        </pc:picChg>
        <pc:picChg chg="del">
          <ac:chgData name="Escamilla Garcia, Gerardo Alonso" userId="8ce80ce6-f1b6-4699-af6b-2369c5a25767" providerId="ADAL" clId="{E3FB5A4F-832D-400F-A7A8-0647EE990C74}" dt="2025-11-16T15:38:40.930" v="378" actId="478"/>
          <ac:picMkLst>
            <pc:docMk/>
            <pc:sldMk cId="601372393" sldId="256"/>
            <ac:picMk id="19" creationId="{97F5252B-1DE8-C18A-47EE-7E84C17965D5}"/>
          </ac:picMkLst>
        </pc:picChg>
        <pc:picChg chg="del mod">
          <ac:chgData name="Escamilla Garcia, Gerardo Alonso" userId="8ce80ce6-f1b6-4699-af6b-2369c5a25767" providerId="ADAL" clId="{E3FB5A4F-832D-400F-A7A8-0647EE990C74}" dt="2025-11-16T15:38:10.568" v="371" actId="478"/>
          <ac:picMkLst>
            <pc:docMk/>
            <pc:sldMk cId="601372393" sldId="256"/>
            <ac:picMk id="20" creationId="{9A51B6D3-55F3-5EC5-BA72-DB903D0B72D7}"/>
          </ac:picMkLst>
        </pc:picChg>
        <pc:picChg chg="del mod">
          <ac:chgData name="Escamilla Garcia, Gerardo Alonso" userId="8ce80ce6-f1b6-4699-af6b-2369c5a25767" providerId="ADAL" clId="{E3FB5A4F-832D-400F-A7A8-0647EE990C74}" dt="2025-11-16T15:38:10.568" v="371" actId="478"/>
          <ac:picMkLst>
            <pc:docMk/>
            <pc:sldMk cId="601372393" sldId="256"/>
            <ac:picMk id="21" creationId="{0D2252F2-5B68-844F-1B03-3AC7274F44CA}"/>
          </ac:picMkLst>
        </pc:picChg>
        <pc:picChg chg="del">
          <ac:chgData name="Escamilla Garcia, Gerardo Alonso" userId="8ce80ce6-f1b6-4699-af6b-2369c5a25767" providerId="ADAL" clId="{E3FB5A4F-832D-400F-A7A8-0647EE990C74}" dt="2025-11-16T15:38:10.568" v="371" actId="478"/>
          <ac:picMkLst>
            <pc:docMk/>
            <pc:sldMk cId="601372393" sldId="256"/>
            <ac:picMk id="26" creationId="{60DFAD5E-AC97-1165-C217-0324E147715D}"/>
          </ac:picMkLst>
        </pc:picChg>
        <pc:picChg chg="del">
          <ac:chgData name="Escamilla Garcia, Gerardo Alonso" userId="8ce80ce6-f1b6-4699-af6b-2369c5a25767" providerId="ADAL" clId="{E3FB5A4F-832D-400F-A7A8-0647EE990C74}" dt="2025-11-16T15:38:42.158" v="379" actId="478"/>
          <ac:picMkLst>
            <pc:docMk/>
            <pc:sldMk cId="601372393" sldId="256"/>
            <ac:picMk id="27" creationId="{A365016D-65E4-D58D-829D-672F6049F3B4}"/>
          </ac:picMkLst>
        </pc:picChg>
        <pc:picChg chg="del mod">
          <ac:chgData name="Escamilla Garcia, Gerardo Alonso" userId="8ce80ce6-f1b6-4699-af6b-2369c5a25767" providerId="ADAL" clId="{E3FB5A4F-832D-400F-A7A8-0647EE990C74}" dt="2025-11-16T15:35:58.385" v="280" actId="478"/>
          <ac:picMkLst>
            <pc:docMk/>
            <pc:sldMk cId="601372393" sldId="256"/>
            <ac:picMk id="28" creationId="{9D142E88-414A-8266-CB48-FCED0BC55734}"/>
          </ac:picMkLst>
        </pc:picChg>
        <pc:picChg chg="del mod">
          <ac:chgData name="Escamilla Garcia, Gerardo Alonso" userId="8ce80ce6-f1b6-4699-af6b-2369c5a25767" providerId="ADAL" clId="{E3FB5A4F-832D-400F-A7A8-0647EE990C74}" dt="2025-11-16T15:35:57.299" v="279" actId="478"/>
          <ac:picMkLst>
            <pc:docMk/>
            <pc:sldMk cId="601372393" sldId="256"/>
            <ac:picMk id="30" creationId="{A7FD5816-5258-83EF-72A6-9F4B418169F1}"/>
          </ac:picMkLst>
        </pc:picChg>
      </pc:sldChg>
      <pc:sldChg chg="modSp new mod">
        <pc:chgData name="Escamilla Garcia, Gerardo Alonso" userId="8ce80ce6-f1b6-4699-af6b-2369c5a25767" providerId="ADAL" clId="{E3FB5A4F-832D-400F-A7A8-0647EE990C74}" dt="2025-11-16T14:59:21.646" v="1" actId="20577"/>
        <pc:sldMkLst>
          <pc:docMk/>
          <pc:sldMk cId="3115004336" sldId="257"/>
        </pc:sldMkLst>
        <pc:spChg chg="mod">
          <ac:chgData name="Escamilla Garcia, Gerardo Alonso" userId="8ce80ce6-f1b6-4699-af6b-2369c5a25767" providerId="ADAL" clId="{E3FB5A4F-832D-400F-A7A8-0647EE990C74}" dt="2025-11-16T14:59:21.646" v="1" actId="20577"/>
          <ac:spMkLst>
            <pc:docMk/>
            <pc:sldMk cId="3115004336" sldId="257"/>
            <ac:spMk id="2" creationId="{57362C6B-CDE6-9A2D-6F67-9A014F61CE4B}"/>
          </ac:spMkLst>
        </pc:spChg>
      </pc:sldChg>
      <pc:sldChg chg="add del">
        <pc:chgData name="Escamilla Garcia, Gerardo Alonso" userId="8ce80ce6-f1b6-4699-af6b-2369c5a25767" providerId="ADAL" clId="{E3FB5A4F-832D-400F-A7A8-0647EE990C74}" dt="2025-11-16T14:59:28.535" v="3"/>
        <pc:sldMkLst>
          <pc:docMk/>
          <pc:sldMk cId="189344709" sldId="258"/>
        </pc:sldMkLst>
      </pc:sldChg>
      <pc:sldChg chg="addSp delSp modSp add mod">
        <pc:chgData name="Escamilla Garcia, Gerardo Alonso" userId="8ce80ce6-f1b6-4699-af6b-2369c5a25767" providerId="ADAL" clId="{E3FB5A4F-832D-400F-A7A8-0647EE990C74}" dt="2025-11-16T15:42:24.575" v="393" actId="1076"/>
        <pc:sldMkLst>
          <pc:docMk/>
          <pc:sldMk cId="4231950803" sldId="258"/>
        </pc:sldMkLst>
        <pc:spChg chg="add del">
          <ac:chgData name="Escamilla Garcia, Gerardo Alonso" userId="8ce80ce6-f1b6-4699-af6b-2369c5a25767" providerId="ADAL" clId="{E3FB5A4F-832D-400F-A7A8-0647EE990C74}" dt="2025-11-16T15:42:03.786" v="389" actId="22"/>
          <ac:spMkLst>
            <pc:docMk/>
            <pc:sldMk cId="4231950803" sldId="258"/>
            <ac:spMk id="3" creationId="{D7BAF083-9C0C-5AE7-F3B5-ED36B0AD9FE9}"/>
          </ac:spMkLst>
        </pc:spChg>
        <pc:spChg chg="del">
          <ac:chgData name="Escamilla Garcia, Gerardo Alonso" userId="8ce80ce6-f1b6-4699-af6b-2369c5a25767" providerId="ADAL" clId="{E3FB5A4F-832D-400F-A7A8-0647EE990C74}" dt="2025-11-16T15:42:02.385" v="387" actId="478"/>
          <ac:spMkLst>
            <pc:docMk/>
            <pc:sldMk cId="4231950803" sldId="258"/>
            <ac:spMk id="29" creationId="{F9590956-23E9-1613-6F04-87456A003863}"/>
          </ac:spMkLst>
        </pc:spChg>
        <pc:spChg chg="del">
          <ac:chgData name="Escamilla Garcia, Gerardo Alonso" userId="8ce80ce6-f1b6-4699-af6b-2369c5a25767" providerId="ADAL" clId="{E3FB5A4F-832D-400F-A7A8-0647EE990C74}" dt="2025-11-16T15:42:02.385" v="387" actId="478"/>
          <ac:spMkLst>
            <pc:docMk/>
            <pc:sldMk cId="4231950803" sldId="258"/>
            <ac:spMk id="41" creationId="{7F9971D4-F33E-997E-F445-6FC5DF4886AA}"/>
          </ac:spMkLst>
        </pc:spChg>
        <pc:spChg chg="del">
          <ac:chgData name="Escamilla Garcia, Gerardo Alonso" userId="8ce80ce6-f1b6-4699-af6b-2369c5a25767" providerId="ADAL" clId="{E3FB5A4F-832D-400F-A7A8-0647EE990C74}" dt="2025-11-16T15:42:02.385" v="387" actId="478"/>
          <ac:spMkLst>
            <pc:docMk/>
            <pc:sldMk cId="4231950803" sldId="258"/>
            <ac:spMk id="42" creationId="{E784E604-144C-6C1F-94A3-C2DD08D47360}"/>
          </ac:spMkLst>
        </pc:spChg>
        <pc:spChg chg="del">
          <ac:chgData name="Escamilla Garcia, Gerardo Alonso" userId="8ce80ce6-f1b6-4699-af6b-2369c5a25767" providerId="ADAL" clId="{E3FB5A4F-832D-400F-A7A8-0647EE990C74}" dt="2025-11-16T15:42:02.385" v="387" actId="478"/>
          <ac:spMkLst>
            <pc:docMk/>
            <pc:sldMk cId="4231950803" sldId="258"/>
            <ac:spMk id="43" creationId="{E2F3FD96-2550-3B24-E408-BF82A861DC59}"/>
          </ac:spMkLst>
        </pc:spChg>
        <pc:spChg chg="del">
          <ac:chgData name="Escamilla Garcia, Gerardo Alonso" userId="8ce80ce6-f1b6-4699-af6b-2369c5a25767" providerId="ADAL" clId="{E3FB5A4F-832D-400F-A7A8-0647EE990C74}" dt="2025-11-16T15:42:02.385" v="387" actId="478"/>
          <ac:spMkLst>
            <pc:docMk/>
            <pc:sldMk cId="4231950803" sldId="258"/>
            <ac:spMk id="44" creationId="{AD934E60-18D4-4428-B91A-79E4791CEF22}"/>
          </ac:spMkLst>
        </pc:spChg>
        <pc:spChg chg="del">
          <ac:chgData name="Escamilla Garcia, Gerardo Alonso" userId="8ce80ce6-f1b6-4699-af6b-2369c5a25767" providerId="ADAL" clId="{E3FB5A4F-832D-400F-A7A8-0647EE990C74}" dt="2025-11-16T15:42:02.385" v="387" actId="478"/>
          <ac:spMkLst>
            <pc:docMk/>
            <pc:sldMk cId="4231950803" sldId="258"/>
            <ac:spMk id="46" creationId="{138D7904-9692-8A24-A3A9-C2A17B963535}"/>
          </ac:spMkLst>
        </pc:spChg>
        <pc:spChg chg="del">
          <ac:chgData name="Escamilla Garcia, Gerardo Alonso" userId="8ce80ce6-f1b6-4699-af6b-2369c5a25767" providerId="ADAL" clId="{E3FB5A4F-832D-400F-A7A8-0647EE990C74}" dt="2025-11-16T15:42:02.385" v="387" actId="478"/>
          <ac:spMkLst>
            <pc:docMk/>
            <pc:sldMk cId="4231950803" sldId="258"/>
            <ac:spMk id="47" creationId="{AD1D4CE4-1ABE-F853-219E-D16D34992171}"/>
          </ac:spMkLst>
        </pc:spChg>
        <pc:spChg chg="del">
          <ac:chgData name="Escamilla Garcia, Gerardo Alonso" userId="8ce80ce6-f1b6-4699-af6b-2369c5a25767" providerId="ADAL" clId="{E3FB5A4F-832D-400F-A7A8-0647EE990C74}" dt="2025-11-16T15:42:02.385" v="387" actId="478"/>
          <ac:spMkLst>
            <pc:docMk/>
            <pc:sldMk cId="4231950803" sldId="258"/>
            <ac:spMk id="48" creationId="{6554B814-A921-7EF2-E9B9-FA0910ACDB07}"/>
          </ac:spMkLst>
        </pc:spChg>
        <pc:spChg chg="del">
          <ac:chgData name="Escamilla Garcia, Gerardo Alonso" userId="8ce80ce6-f1b6-4699-af6b-2369c5a25767" providerId="ADAL" clId="{E3FB5A4F-832D-400F-A7A8-0647EE990C74}" dt="2025-11-16T15:42:02.385" v="387" actId="478"/>
          <ac:spMkLst>
            <pc:docMk/>
            <pc:sldMk cId="4231950803" sldId="258"/>
            <ac:spMk id="49" creationId="{E324AEAF-6779-2CDA-5CDB-7EFDBCBF8F12}"/>
          </ac:spMkLst>
        </pc:spChg>
        <pc:spChg chg="del">
          <ac:chgData name="Escamilla Garcia, Gerardo Alonso" userId="8ce80ce6-f1b6-4699-af6b-2369c5a25767" providerId="ADAL" clId="{E3FB5A4F-832D-400F-A7A8-0647EE990C74}" dt="2025-11-16T15:42:02.385" v="387" actId="478"/>
          <ac:spMkLst>
            <pc:docMk/>
            <pc:sldMk cId="4231950803" sldId="258"/>
            <ac:spMk id="50" creationId="{DE5C4D21-81BB-F83F-2F6E-D573283935F8}"/>
          </ac:spMkLst>
        </pc:spChg>
        <pc:picChg chg="del">
          <ac:chgData name="Escamilla Garcia, Gerardo Alonso" userId="8ce80ce6-f1b6-4699-af6b-2369c5a25767" providerId="ADAL" clId="{E3FB5A4F-832D-400F-A7A8-0647EE990C74}" dt="2025-11-16T15:41:59.373" v="386" actId="478"/>
          <ac:picMkLst>
            <pc:docMk/>
            <pc:sldMk cId="4231950803" sldId="258"/>
            <ac:picMk id="5" creationId="{E4089F90-3C46-F94F-8CFB-C153DFF1C38B}"/>
          </ac:picMkLst>
        </pc:picChg>
        <pc:picChg chg="add mod">
          <ac:chgData name="Escamilla Garcia, Gerardo Alonso" userId="8ce80ce6-f1b6-4699-af6b-2369c5a25767" providerId="ADAL" clId="{E3FB5A4F-832D-400F-A7A8-0647EE990C74}" dt="2025-11-16T15:42:24.575" v="393" actId="1076"/>
          <ac:picMkLst>
            <pc:docMk/>
            <pc:sldMk cId="4231950803" sldId="258"/>
            <ac:picMk id="6" creationId="{B4F350FF-E790-556D-074F-36FA32D1E84D}"/>
          </ac:picMkLst>
        </pc:picChg>
      </pc:sldChg>
      <pc:sldChg chg="add del">
        <pc:chgData name="Escamilla Garcia, Gerardo Alonso" userId="8ce80ce6-f1b6-4699-af6b-2369c5a25767" providerId="ADAL" clId="{E3FB5A4F-832D-400F-A7A8-0647EE990C74}" dt="2025-11-16T14:59:28.535" v="3"/>
        <pc:sldMkLst>
          <pc:docMk/>
          <pc:sldMk cId="3798622558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9E462-6F57-CFF5-2FA3-E97CBDE5EA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69B740-0A16-9AE1-72A1-0B47D30F3C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D336F-761E-3947-6A01-ED6C78F21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B72A2-25C4-9628-4F6F-5C9A0964C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06403C-6CCA-38F1-DFF5-39F916853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898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97124-293C-B540-D047-EC04B5B32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AFC56-BEFA-5654-8C14-21361ED2B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CEBDB-F571-863A-0725-2A93CB176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17DBB-4294-82A0-5D99-F7644B3FB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D2D1A-0E13-3C38-6304-1DB40A03D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905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60DA7-0F19-6C7D-E9E7-A1CC9CAA3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59581-C2E2-F54F-CA1E-85B424094D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3054A-AFF6-A32A-ABEE-CA9DF0815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5C425-3990-EB08-6CC0-03DB22C95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F460D-4D70-9A52-1C38-46D75B5C8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1679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BFDA4-4824-04DE-BA54-EE7F12F71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48D56-A8E0-B679-7725-D44C94534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4D873-916C-E983-8E5D-433CDC7777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951A0B-01D1-C8C7-3367-A0FF45253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C7E7FB-F43C-6D14-3020-961AEF91F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2A43B4-5317-A0B9-35C5-A03DB5E73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4275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6C0A2-2415-9328-1C9E-F446555C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A80908-4FF6-2240-AFE0-4E38B96B3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BBB033-3398-C9A1-E4FC-3452E3E9F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32685E-7A98-DABF-15F5-7E029B36BB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3369D4-E93E-4F3F-0B5B-7851C8EFCC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DFF317-F78C-06A2-A131-B811BDD51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F086DB-5EC4-929A-4A2A-710816076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D72ABF-C0FE-7DF8-6B2E-1CB5AD988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689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C0E5A-6795-239B-681A-8C94CFDD8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94BDAF-1234-7CDC-261E-C700B9284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0E5656-73DD-99C9-AA91-457E85D64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4F3758-A68E-C1A6-CE26-42ADF04A0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0231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59AC04-1FD7-AF52-E7D6-22FB7ACB3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9F4DF2-C1FE-2F84-024B-7AA547E6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55FEB-8B3E-78E2-07C6-42107F12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352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A7B92-50B6-6F46-1471-C5714E77E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9C783-98A3-5FA6-70C2-E188134C4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D4074B-18FF-C3B7-156C-B3996F238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15272B-C4E1-1FA5-3D24-EA8895AF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25A21A-04FA-97F1-9BA9-1C7D4F161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D77A41-D885-587D-2E22-B3A4C7991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9659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D356B-D39F-A92B-1EB1-5674ADC57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75D423-0D92-A381-25FF-EE1DFD643E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F8F46-6125-080E-BF7D-8E3B2FB80F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66FAB0-7A34-F493-42F6-1487A90A6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F21E0-B842-EE21-B9AA-C39169A0C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002E15-59C5-1FBF-5C8E-67DB9D59C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466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3F255-E422-6BF4-E202-BC4505270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8ED5D1-3D25-7619-ACB8-466E92F0F4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95526-F55D-9202-C09E-C4B52B1D7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0700B3-FE12-78BE-8DA1-7128D4FDD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E9774-EF42-CC2B-09A5-F3E1BE9C2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1100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41FCF-38A8-711E-3C67-99504EB0FD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C83449-356D-1694-CB5E-1B2FE1EF46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CAF9E-93BA-BD86-B035-8BD237C50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5C4932-D7CE-E603-7599-1E7D70915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6E406F-B316-0407-4412-F503669CF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2001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52481E-DDDD-6857-95F2-51AE0EA11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163A9-509E-80FA-13CD-B186D3AF0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3C696-E700-D589-81E2-1953D121DD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0EA803-8BE5-424C-9343-45256677A8CB}" type="datetimeFigureOut">
              <a:rPr lang="en-GB" smtClean="0"/>
              <a:t>16/11/2025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72DD1-8BE0-FC98-6A91-1F8E41A49C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4C462-370F-81AD-98B0-885E33D77B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044EBC-E631-4C87-8C9B-41CA0BDD1E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162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916CD5CB-3038-8426-EBC7-DAFE9C2930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706" y="1072552"/>
            <a:ext cx="11061912" cy="5785448"/>
          </a:xfrm>
          <a:prstGeom prst="rect">
            <a:avLst/>
          </a:prstGeom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C14156-8C82-437B-E41D-FB43914FA9CA}"/>
              </a:ext>
            </a:extLst>
          </p:cNvPr>
          <p:cNvSpPr/>
          <p:nvPr/>
        </p:nvSpPr>
        <p:spPr>
          <a:xfrm>
            <a:off x="770506" y="1160070"/>
            <a:ext cx="1387874" cy="548000"/>
          </a:xfrm>
          <a:prstGeom prst="roundRect">
            <a:avLst>
              <a:gd name="adj" fmla="val 4071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BA9A4A-711C-D778-BAB3-B45E3621E96B}"/>
              </a:ext>
            </a:extLst>
          </p:cNvPr>
          <p:cNvSpPr txBox="1"/>
          <p:nvPr/>
        </p:nvSpPr>
        <p:spPr>
          <a:xfrm>
            <a:off x="729689" y="1134932"/>
            <a:ext cx="14821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Solver issue</a:t>
            </a:r>
          </a:p>
          <a:p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Value filter</a:t>
            </a:r>
            <a:endParaRPr lang="en-GB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1F8CC1-458D-07E4-94CA-275C56AD94F6}"/>
              </a:ext>
            </a:extLst>
          </p:cNvPr>
          <p:cNvSpPr txBox="1"/>
          <p:nvPr/>
        </p:nvSpPr>
        <p:spPr>
          <a:xfrm>
            <a:off x="729688" y="762994"/>
            <a:ext cx="108078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Number of estimations by type of validity per solver</a:t>
            </a:r>
            <a:endParaRPr lang="en-GB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C05A73-D57D-1ABD-9B78-F7573A3D9F7A}"/>
              </a:ext>
            </a:extLst>
          </p:cNvPr>
          <p:cNvSpPr txBox="1"/>
          <p:nvPr/>
        </p:nvSpPr>
        <p:spPr>
          <a:xfrm>
            <a:off x="729688" y="0"/>
            <a:ext cx="108078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Invalid estimations are a mix of solvers having issues converging or returning parameter values outside of the validity filters</a:t>
            </a:r>
            <a:endParaRPr lang="en-GB" sz="24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20AADCE-82A6-DE03-62ED-09BBFCAB5F5D}"/>
              </a:ext>
            </a:extLst>
          </p:cNvPr>
          <p:cNvSpPr txBox="1"/>
          <p:nvPr/>
        </p:nvSpPr>
        <p:spPr>
          <a:xfrm>
            <a:off x="2572929" y="1365827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endParaRPr lang="en-GB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BB7AF0-3BC7-9D04-BD16-0E76CA04548C}"/>
              </a:ext>
            </a:extLst>
          </p:cNvPr>
          <p:cNvSpPr txBox="1"/>
          <p:nvPr/>
        </p:nvSpPr>
        <p:spPr>
          <a:xfrm>
            <a:off x="4689735" y="1365827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endParaRPr lang="en-GB" sz="16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015411-51A9-B3D8-F5CD-43FA62D344F9}"/>
              </a:ext>
            </a:extLst>
          </p:cNvPr>
          <p:cNvSpPr txBox="1"/>
          <p:nvPr/>
        </p:nvSpPr>
        <p:spPr>
          <a:xfrm>
            <a:off x="6792727" y="1365827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endParaRPr lang="en-GB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42891A-0DF6-69AC-AD67-3414EAB7A7EB}"/>
              </a:ext>
            </a:extLst>
          </p:cNvPr>
          <p:cNvSpPr txBox="1"/>
          <p:nvPr/>
        </p:nvSpPr>
        <p:spPr>
          <a:xfrm>
            <a:off x="8916475" y="1365827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endParaRPr lang="en-GB" sz="16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5B9D8E-6527-B232-8D71-A5AE40E3492A}"/>
              </a:ext>
            </a:extLst>
          </p:cNvPr>
          <p:cNvSpPr txBox="1"/>
          <p:nvPr/>
        </p:nvSpPr>
        <p:spPr>
          <a:xfrm>
            <a:off x="4689735" y="1147195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endParaRPr lang="en-GB" sz="16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6174DF-5B9C-FE12-170A-2AA7DCBEC008}"/>
              </a:ext>
            </a:extLst>
          </p:cNvPr>
          <p:cNvSpPr txBox="1"/>
          <p:nvPr/>
        </p:nvSpPr>
        <p:spPr>
          <a:xfrm>
            <a:off x="6792727" y="1147195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endParaRPr lang="en-GB" sz="16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67B3FD-16FC-9393-6010-203D8BDD82FF}"/>
              </a:ext>
            </a:extLst>
          </p:cNvPr>
          <p:cNvSpPr txBox="1"/>
          <p:nvPr/>
        </p:nvSpPr>
        <p:spPr>
          <a:xfrm>
            <a:off x="8916475" y="1147195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endParaRPr lang="en-GB" sz="16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410411-DB5B-43C2-2A84-37D79F5957AD}"/>
              </a:ext>
            </a:extLst>
          </p:cNvPr>
          <p:cNvSpPr txBox="1"/>
          <p:nvPr/>
        </p:nvSpPr>
        <p:spPr>
          <a:xfrm>
            <a:off x="2572929" y="1589673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endParaRPr lang="en-GB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0C0D2D-BE10-917B-802C-8A146C62DF32}"/>
              </a:ext>
            </a:extLst>
          </p:cNvPr>
          <p:cNvSpPr txBox="1"/>
          <p:nvPr/>
        </p:nvSpPr>
        <p:spPr>
          <a:xfrm>
            <a:off x="4689735" y="1593984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endParaRPr lang="en-GB" sz="16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A5777A2-CA52-EC3E-DECD-68BEF7E58652}"/>
              </a:ext>
            </a:extLst>
          </p:cNvPr>
          <p:cNvSpPr txBox="1"/>
          <p:nvPr/>
        </p:nvSpPr>
        <p:spPr>
          <a:xfrm>
            <a:off x="6792727" y="1593984"/>
            <a:ext cx="2887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601372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6408-DB55-74FC-1930-CBD6CA673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4C06B5F6-47FD-B37B-4447-844A8FBB4626}"/>
              </a:ext>
            </a:extLst>
          </p:cNvPr>
          <p:cNvSpPr txBox="1"/>
          <p:nvPr/>
        </p:nvSpPr>
        <p:spPr>
          <a:xfrm>
            <a:off x="729688" y="762994"/>
            <a:ext cx="108078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Number of estimations by type of validity per solver</a:t>
            </a:r>
            <a:endParaRPr lang="en-GB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4514E2-51A1-0C05-BF3D-DAD833768F16}"/>
              </a:ext>
            </a:extLst>
          </p:cNvPr>
          <p:cNvSpPr txBox="1"/>
          <p:nvPr/>
        </p:nvSpPr>
        <p:spPr>
          <a:xfrm>
            <a:off x="729688" y="0"/>
            <a:ext cx="108078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Invalid estimations are a mix of solvers having issues converging or returning parameter values outside of the validity filters</a:t>
            </a:r>
            <a:endParaRPr lang="en-GB" sz="2400" b="1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4F350FF-E790-556D-074F-36FA32D1E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0537" y="1495426"/>
            <a:ext cx="9277929" cy="476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950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62C6B-CDE6-9A2D-6F67-9A014F61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624FE-28C1-0593-CDCE-7E7D2AAF8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5004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</Words>
  <Application>Microsoft Office PowerPoint</Application>
  <PresentationFormat>Widescreen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Gerardo Escamilla</dc:creator>
  <cp:lastModifiedBy>Gerardo Escamilla</cp:lastModifiedBy>
  <cp:revision>1</cp:revision>
  <dcterms:created xsi:type="dcterms:W3CDTF">2025-11-16T14:46:52Z</dcterms:created>
  <dcterms:modified xsi:type="dcterms:W3CDTF">2025-11-16T15:42:25Z</dcterms:modified>
</cp:coreProperties>
</file>
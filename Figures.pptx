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05671-0722-433C-B2E6-F60CC6300EE1}" v="11" dt="2026-01-29T13:19:45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9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camilla Garcia, Gerardo Alonso" userId="8ce80ce6-f1b6-4699-af6b-2369c5a25767" providerId="ADAL" clId="{E3FB5A4F-832D-400F-A7A8-0647EE990C74}"/>
    <pc:docChg chg="undo redo custSel addSld delSld modSld">
      <pc:chgData name="Escamilla Garcia, Gerardo Alonso" userId="8ce80ce6-f1b6-4699-af6b-2369c5a25767" providerId="ADAL" clId="{E3FB5A4F-832D-400F-A7A8-0647EE990C74}" dt="2025-11-18T15:18:05.865" v="397" actId="1076"/>
      <pc:docMkLst>
        <pc:docMk/>
      </pc:docMkLst>
      <pc:sldChg chg="addSp delSp modSp mod">
        <pc:chgData name="Escamilla Garcia, Gerardo Alonso" userId="8ce80ce6-f1b6-4699-af6b-2369c5a25767" providerId="ADAL" clId="{E3FB5A4F-832D-400F-A7A8-0647EE990C74}" dt="2025-11-16T15:39:13.038" v="384" actId="1036"/>
        <pc:sldMkLst>
          <pc:docMk/>
          <pc:sldMk cId="601372393" sldId="256"/>
        </pc:sldMkLst>
      </pc:sldChg>
      <pc:sldChg chg="modSp new mod">
        <pc:chgData name="Escamilla Garcia, Gerardo Alonso" userId="8ce80ce6-f1b6-4699-af6b-2369c5a25767" providerId="ADAL" clId="{E3FB5A4F-832D-400F-A7A8-0647EE990C74}" dt="2025-11-16T14:59:21.646" v="1" actId="20577"/>
        <pc:sldMkLst>
          <pc:docMk/>
          <pc:sldMk cId="3115004336" sldId="257"/>
        </pc:sldMkLst>
      </pc:sldChg>
      <pc:sldChg chg="add del">
        <pc:chgData name="Escamilla Garcia, Gerardo Alonso" userId="8ce80ce6-f1b6-4699-af6b-2369c5a25767" providerId="ADAL" clId="{E3FB5A4F-832D-400F-A7A8-0647EE990C74}" dt="2025-11-16T14:59:28.535" v="3"/>
        <pc:sldMkLst>
          <pc:docMk/>
          <pc:sldMk cId="189344709" sldId="258"/>
        </pc:sldMkLst>
      </pc:sldChg>
      <pc:sldChg chg="addSp delSp modSp add mod">
        <pc:chgData name="Escamilla Garcia, Gerardo Alonso" userId="8ce80ce6-f1b6-4699-af6b-2369c5a25767" providerId="ADAL" clId="{E3FB5A4F-832D-400F-A7A8-0647EE990C74}" dt="2025-11-16T15:42:24.575" v="393" actId="1076"/>
        <pc:sldMkLst>
          <pc:docMk/>
          <pc:sldMk cId="4231950803" sldId="258"/>
        </pc:sldMkLst>
      </pc:sldChg>
      <pc:sldChg chg="addSp delSp modSp add mod">
        <pc:chgData name="Escamilla Garcia, Gerardo Alonso" userId="8ce80ce6-f1b6-4699-af6b-2369c5a25767" providerId="ADAL" clId="{E3FB5A4F-832D-400F-A7A8-0647EE990C74}" dt="2025-11-18T15:18:05.865" v="397" actId="1076"/>
        <pc:sldMkLst>
          <pc:docMk/>
          <pc:sldMk cId="3692195626" sldId="259"/>
        </pc:sldMkLst>
      </pc:sldChg>
      <pc:sldChg chg="add del">
        <pc:chgData name="Escamilla Garcia, Gerardo Alonso" userId="8ce80ce6-f1b6-4699-af6b-2369c5a25767" providerId="ADAL" clId="{E3FB5A4F-832D-400F-A7A8-0647EE990C74}" dt="2025-11-16T14:59:28.535" v="3"/>
        <pc:sldMkLst>
          <pc:docMk/>
          <pc:sldMk cId="3798622558" sldId="259"/>
        </pc:sldMkLst>
      </pc:sldChg>
    </pc:docChg>
  </pc:docChgLst>
  <pc:docChgLst>
    <pc:chgData name="Escamilla Garcia, Gerardo Alonso" userId="8ce80ce6-f1b6-4699-af6b-2369c5a25767" providerId="ADAL" clId="{141C959E-4585-599B-B6AB-EB47E5027B4C}"/>
    <pc:docChg chg="custSel modSld sldOrd">
      <pc:chgData name="Escamilla Garcia, Gerardo Alonso" userId="8ce80ce6-f1b6-4699-af6b-2369c5a25767" providerId="ADAL" clId="{141C959E-4585-599B-B6AB-EB47E5027B4C}" dt="2025-11-17T17:47:23.987" v="229" actId="732"/>
      <pc:docMkLst>
        <pc:docMk/>
      </pc:docMkLst>
      <pc:sldChg chg="addSp delSp modSp mod ord">
        <pc:chgData name="Escamilla Garcia, Gerardo Alonso" userId="8ce80ce6-f1b6-4699-af6b-2369c5a25767" providerId="ADAL" clId="{141C959E-4585-599B-B6AB-EB47E5027B4C}" dt="2025-11-17T16:57:22.724" v="227"/>
        <pc:sldMkLst>
          <pc:docMk/>
          <pc:sldMk cId="3115004336" sldId="257"/>
        </pc:sldMkLst>
      </pc:sldChg>
      <pc:sldChg chg="modSp mod">
        <pc:chgData name="Escamilla Garcia, Gerardo Alonso" userId="8ce80ce6-f1b6-4699-af6b-2369c5a25767" providerId="ADAL" clId="{141C959E-4585-599B-B6AB-EB47E5027B4C}" dt="2025-11-17T17:47:23.987" v="229" actId="732"/>
        <pc:sldMkLst>
          <pc:docMk/>
          <pc:sldMk cId="4231950803" sldId="258"/>
        </pc:sldMkLst>
      </pc:sldChg>
    </pc:docChg>
  </pc:docChgLst>
  <pc:docChgLst>
    <pc:chgData name="Escamilla Garcia, Gerardo Alonso" userId="8ce80ce6-f1b6-4699-af6b-2369c5a25767" providerId="ADAL" clId="{45D32240-6935-4895-88C4-B9622DFE74D4}"/>
    <pc:docChg chg="undo custSel modSld">
      <pc:chgData name="Escamilla Garcia, Gerardo Alonso" userId="8ce80ce6-f1b6-4699-af6b-2369c5a25767" providerId="ADAL" clId="{45D32240-6935-4895-88C4-B9622DFE74D4}" dt="2026-01-29T13:20:01.695" v="127" actId="14100"/>
      <pc:docMkLst>
        <pc:docMk/>
      </pc:docMkLst>
      <pc:sldChg chg="addSp delSp modSp mod">
        <pc:chgData name="Escamilla Garcia, Gerardo Alonso" userId="8ce80ce6-f1b6-4699-af6b-2369c5a25767" providerId="ADAL" clId="{45D32240-6935-4895-88C4-B9622DFE74D4}" dt="2026-01-29T11:01:44.066" v="111" actId="1035"/>
        <pc:sldMkLst>
          <pc:docMk/>
          <pc:sldMk cId="601372393" sldId="256"/>
        </pc:sldMkLst>
        <pc:spChg chg="mod">
          <ac:chgData name="Escamilla Garcia, Gerardo Alonso" userId="8ce80ce6-f1b6-4699-af6b-2369c5a25767" providerId="ADAL" clId="{45D32240-6935-4895-88C4-B9622DFE74D4}" dt="2026-01-29T10:52:47.625" v="29" actId="6549"/>
          <ac:spMkLst>
            <pc:docMk/>
            <pc:sldMk cId="601372393" sldId="256"/>
            <ac:spMk id="29" creationId="{E5BA9A4A-711C-D778-BAB3-B45E3621E96B}"/>
          </ac:spMkLst>
        </pc:spChg>
        <pc:spChg chg="mod">
          <ac:chgData name="Escamilla Garcia, Gerardo Alonso" userId="8ce80ce6-f1b6-4699-af6b-2369c5a25767" providerId="ADAL" clId="{45D32240-6935-4895-88C4-B9622DFE74D4}" dt="2026-01-29T10:52:55.216" v="30" actId="14100"/>
          <ac:spMkLst>
            <pc:docMk/>
            <pc:sldMk cId="601372393" sldId="256"/>
            <ac:spMk id="32" creationId="{BDC14156-8C82-437B-E41D-FB43914FA9CA}"/>
          </ac:spMkLst>
        </pc:spChg>
        <pc:spChg chg="mod">
          <ac:chgData name="Escamilla Garcia, Gerardo Alonso" userId="8ce80ce6-f1b6-4699-af6b-2369c5a25767" providerId="ADAL" clId="{45D32240-6935-4895-88C4-B9622DFE74D4}" dt="2026-01-29T11:01:30.091" v="107" actId="1035"/>
          <ac:spMkLst>
            <pc:docMk/>
            <pc:sldMk cId="601372393" sldId="256"/>
            <ac:spMk id="41" creationId="{D20AADCE-82A6-DE03-62ED-09BBFCAB5F5D}"/>
          </ac:spMkLst>
        </pc:spChg>
        <pc:spChg chg="mod">
          <ac:chgData name="Escamilla Garcia, Gerardo Alonso" userId="8ce80ce6-f1b6-4699-af6b-2369c5a25767" providerId="ADAL" clId="{45D32240-6935-4895-88C4-B9622DFE74D4}" dt="2026-01-29T11:01:30.091" v="107" actId="1035"/>
          <ac:spMkLst>
            <pc:docMk/>
            <pc:sldMk cId="601372393" sldId="256"/>
            <ac:spMk id="42" creationId="{85BB7AF0-3BC7-9D04-BD16-0E76CA04548C}"/>
          </ac:spMkLst>
        </pc:spChg>
        <pc:spChg chg="mod">
          <ac:chgData name="Escamilla Garcia, Gerardo Alonso" userId="8ce80ce6-f1b6-4699-af6b-2369c5a25767" providerId="ADAL" clId="{45D32240-6935-4895-88C4-B9622DFE74D4}" dt="2026-01-29T11:01:30.091" v="107" actId="1035"/>
          <ac:spMkLst>
            <pc:docMk/>
            <pc:sldMk cId="601372393" sldId="256"/>
            <ac:spMk id="43" creationId="{1E015411-51A9-B3D8-F5CD-43FA62D344F9}"/>
          </ac:spMkLst>
        </pc:spChg>
        <pc:spChg chg="mod">
          <ac:chgData name="Escamilla Garcia, Gerardo Alonso" userId="8ce80ce6-f1b6-4699-af6b-2369c5a25767" providerId="ADAL" clId="{45D32240-6935-4895-88C4-B9622DFE74D4}" dt="2026-01-29T11:01:30.091" v="107" actId="1035"/>
          <ac:spMkLst>
            <pc:docMk/>
            <pc:sldMk cId="601372393" sldId="256"/>
            <ac:spMk id="44" creationId="{5B42891A-0DF6-69AC-AD67-3414EAB7A7EB}"/>
          </ac:spMkLst>
        </pc:spChg>
        <pc:spChg chg="mod">
          <ac:chgData name="Escamilla Garcia, Gerardo Alonso" userId="8ce80ce6-f1b6-4699-af6b-2369c5a25767" providerId="ADAL" clId="{45D32240-6935-4895-88C4-B9622DFE74D4}" dt="2026-01-29T11:01:44.066" v="111" actId="1035"/>
          <ac:spMkLst>
            <pc:docMk/>
            <pc:sldMk cId="601372393" sldId="256"/>
            <ac:spMk id="45" creationId="{405B9D8E-6527-B232-8D71-A5AE40E3492A}"/>
          </ac:spMkLst>
        </pc:spChg>
        <pc:spChg chg="mod">
          <ac:chgData name="Escamilla Garcia, Gerardo Alonso" userId="8ce80ce6-f1b6-4699-af6b-2369c5a25767" providerId="ADAL" clId="{45D32240-6935-4895-88C4-B9622DFE74D4}" dt="2026-01-29T11:01:44.066" v="111" actId="1035"/>
          <ac:spMkLst>
            <pc:docMk/>
            <pc:sldMk cId="601372393" sldId="256"/>
            <ac:spMk id="46" creationId="{636174DF-5B9C-FE12-170A-2AA7DCBEC008}"/>
          </ac:spMkLst>
        </pc:spChg>
        <pc:spChg chg="mod">
          <ac:chgData name="Escamilla Garcia, Gerardo Alonso" userId="8ce80ce6-f1b6-4699-af6b-2369c5a25767" providerId="ADAL" clId="{45D32240-6935-4895-88C4-B9622DFE74D4}" dt="2026-01-29T11:01:44.066" v="111" actId="1035"/>
          <ac:spMkLst>
            <pc:docMk/>
            <pc:sldMk cId="601372393" sldId="256"/>
            <ac:spMk id="47" creationId="{8567B3FD-16FC-9393-6010-203D8BDD82FF}"/>
          </ac:spMkLst>
        </pc:spChg>
        <pc:spChg chg="mod">
          <ac:chgData name="Escamilla Garcia, Gerardo Alonso" userId="8ce80ce6-f1b6-4699-af6b-2369c5a25767" providerId="ADAL" clId="{45D32240-6935-4895-88C4-B9622DFE74D4}" dt="2026-01-29T10:54:45.229" v="60" actId="20577"/>
          <ac:spMkLst>
            <pc:docMk/>
            <pc:sldMk cId="601372393" sldId="256"/>
            <ac:spMk id="48" creationId="{90410411-DB5B-43C2-2A84-37D79F5957AD}"/>
          </ac:spMkLst>
        </pc:spChg>
        <pc:spChg chg="mod">
          <ac:chgData name="Escamilla Garcia, Gerardo Alonso" userId="8ce80ce6-f1b6-4699-af6b-2369c5a25767" providerId="ADAL" clId="{45D32240-6935-4895-88C4-B9622DFE74D4}" dt="2026-01-29T10:54:40.650" v="58" actId="20577"/>
          <ac:spMkLst>
            <pc:docMk/>
            <pc:sldMk cId="601372393" sldId="256"/>
            <ac:spMk id="49" creationId="{E40C0D2D-BE10-917B-802C-8A146C62DF32}"/>
          </ac:spMkLst>
        </pc:spChg>
        <pc:spChg chg="del">
          <ac:chgData name="Escamilla Garcia, Gerardo Alonso" userId="8ce80ce6-f1b6-4699-af6b-2369c5a25767" providerId="ADAL" clId="{45D32240-6935-4895-88C4-B9622DFE74D4}" dt="2026-01-29T10:54:24.545" v="54" actId="478"/>
          <ac:spMkLst>
            <pc:docMk/>
            <pc:sldMk cId="601372393" sldId="256"/>
            <ac:spMk id="50" creationId="{1A5777A2-CA52-EC3E-DECD-68BEF7E58652}"/>
          </ac:spMkLst>
        </pc:spChg>
        <pc:picChg chg="add del mod ord">
          <ac:chgData name="Escamilla Garcia, Gerardo Alonso" userId="8ce80ce6-f1b6-4699-af6b-2369c5a25767" providerId="ADAL" clId="{45D32240-6935-4895-88C4-B9622DFE74D4}" dt="2026-01-29T11:00:24.384" v="72" actId="478"/>
          <ac:picMkLst>
            <pc:docMk/>
            <pc:sldMk cId="601372393" sldId="256"/>
            <ac:picMk id="2" creationId="{F06FD7E9-441A-1053-1ECC-1665993C1D4A}"/>
          </ac:picMkLst>
        </pc:picChg>
        <pc:picChg chg="mod ord">
          <ac:chgData name="Escamilla Garcia, Gerardo Alonso" userId="8ce80ce6-f1b6-4699-af6b-2369c5a25767" providerId="ADAL" clId="{45D32240-6935-4895-88C4-B9622DFE74D4}" dt="2026-01-29T11:01:08.682" v="105" actId="14100"/>
          <ac:picMkLst>
            <pc:docMk/>
            <pc:sldMk cId="601372393" sldId="256"/>
            <ac:picMk id="3" creationId="{BC045445-BB42-A28A-8AFE-A8AF8E85D274}"/>
          </ac:picMkLst>
        </pc:picChg>
        <pc:picChg chg="del">
          <ac:chgData name="Escamilla Garcia, Gerardo Alonso" userId="8ce80ce6-f1b6-4699-af6b-2369c5a25767" providerId="ADAL" clId="{45D32240-6935-4895-88C4-B9622DFE74D4}" dt="2026-01-29T10:52:03.352" v="0" actId="478"/>
          <ac:picMkLst>
            <pc:docMk/>
            <pc:sldMk cId="601372393" sldId="256"/>
            <ac:picMk id="5" creationId="{916CD5CB-3038-8426-EBC7-DAFE9C293051}"/>
          </ac:picMkLst>
        </pc:picChg>
      </pc:sldChg>
      <pc:sldChg chg="delSp modSp mod">
        <pc:chgData name="Escamilla Garcia, Gerardo Alonso" userId="8ce80ce6-f1b6-4699-af6b-2369c5a25767" providerId="ADAL" clId="{45D32240-6935-4895-88C4-B9622DFE74D4}" dt="2026-01-29T10:59:27.492" v="66" actId="14100"/>
        <pc:sldMkLst>
          <pc:docMk/>
          <pc:sldMk cId="3115004336" sldId="257"/>
        </pc:sldMkLst>
        <pc:picChg chg="mod">
          <ac:chgData name="Escamilla Garcia, Gerardo Alonso" userId="8ce80ce6-f1b6-4699-af6b-2369c5a25767" providerId="ADAL" clId="{45D32240-6935-4895-88C4-B9622DFE74D4}" dt="2026-01-29T10:59:27.492" v="66" actId="14100"/>
          <ac:picMkLst>
            <pc:docMk/>
            <pc:sldMk cId="3115004336" sldId="257"/>
            <ac:picMk id="2" creationId="{F03C7D5E-B1C0-119D-1B63-003D2A0A6E9C}"/>
          </ac:picMkLst>
        </pc:picChg>
        <pc:picChg chg="del">
          <ac:chgData name="Escamilla Garcia, Gerardo Alonso" userId="8ce80ce6-f1b6-4699-af6b-2369c5a25767" providerId="ADAL" clId="{45D32240-6935-4895-88C4-B9622DFE74D4}" dt="2026-01-29T10:59:23.250" v="64" actId="478"/>
          <ac:picMkLst>
            <pc:docMk/>
            <pc:sldMk cId="3115004336" sldId="257"/>
            <ac:picMk id="12" creationId="{872101D7-FC0A-8F74-D2EC-723C0DB7C559}"/>
          </ac:picMkLst>
        </pc:picChg>
      </pc:sldChg>
      <pc:sldChg chg="addSp delSp modSp mod">
        <pc:chgData name="Escamilla Garcia, Gerardo Alonso" userId="8ce80ce6-f1b6-4699-af6b-2369c5a25767" providerId="ADAL" clId="{45D32240-6935-4895-88C4-B9622DFE74D4}" dt="2026-01-29T13:20:01.695" v="127" actId="14100"/>
        <pc:sldMkLst>
          <pc:docMk/>
          <pc:sldMk cId="4231950803" sldId="258"/>
        </pc:sldMkLst>
        <pc:spChg chg="add">
          <ac:chgData name="Escamilla Garcia, Gerardo Alonso" userId="8ce80ce6-f1b6-4699-af6b-2369c5a25767" providerId="ADAL" clId="{45D32240-6935-4895-88C4-B9622DFE74D4}" dt="2026-01-29T13:18:04.317" v="114"/>
          <ac:spMkLst>
            <pc:docMk/>
            <pc:sldMk cId="4231950803" sldId="258"/>
            <ac:spMk id="3" creationId="{DB4EB13B-7EAA-C118-A0BE-BE4CC0C956E7}"/>
          </ac:spMkLst>
        </pc:spChg>
        <pc:spChg chg="add">
          <ac:chgData name="Escamilla Garcia, Gerardo Alonso" userId="8ce80ce6-f1b6-4699-af6b-2369c5a25767" providerId="ADAL" clId="{45D32240-6935-4895-88C4-B9622DFE74D4}" dt="2026-01-29T13:18:08.343" v="115"/>
          <ac:spMkLst>
            <pc:docMk/>
            <pc:sldMk cId="4231950803" sldId="258"/>
            <ac:spMk id="4" creationId="{AF17374D-8297-4E82-BD29-F922F4A5FDF7}"/>
          </ac:spMkLst>
        </pc:spChg>
        <pc:picChg chg="del mod">
          <ac:chgData name="Escamilla Garcia, Gerardo Alonso" userId="8ce80ce6-f1b6-4699-af6b-2369c5a25767" providerId="ADAL" clId="{45D32240-6935-4895-88C4-B9622DFE74D4}" dt="2026-01-29T13:18:02.801" v="113" actId="478"/>
          <ac:picMkLst>
            <pc:docMk/>
            <pc:sldMk cId="4231950803" sldId="258"/>
            <ac:picMk id="2" creationId="{A8F999DF-1087-34BA-1557-B9FFAA67A3B1}"/>
          </ac:picMkLst>
        </pc:picChg>
        <pc:picChg chg="del">
          <ac:chgData name="Escamilla Garcia, Gerardo Alonso" userId="8ce80ce6-f1b6-4699-af6b-2369c5a25767" providerId="ADAL" clId="{45D32240-6935-4895-88C4-B9622DFE74D4}" dt="2026-01-29T13:19:40.780" v="120" actId="478"/>
          <ac:picMkLst>
            <pc:docMk/>
            <pc:sldMk cId="4231950803" sldId="258"/>
            <ac:picMk id="6" creationId="{B4F350FF-E790-556D-074F-36FA32D1E84D}"/>
          </ac:picMkLst>
        </pc:picChg>
        <pc:picChg chg="add del mod">
          <ac:chgData name="Escamilla Garcia, Gerardo Alonso" userId="8ce80ce6-f1b6-4699-af6b-2369c5a25767" providerId="ADAL" clId="{45D32240-6935-4895-88C4-B9622DFE74D4}" dt="2026-01-29T13:19:39.999" v="119" actId="478"/>
          <ac:picMkLst>
            <pc:docMk/>
            <pc:sldMk cId="4231950803" sldId="258"/>
            <ac:picMk id="7" creationId="{64FC5FF7-2CB9-C0A0-EDD3-0081ACEDD0DA}"/>
          </ac:picMkLst>
        </pc:picChg>
        <pc:picChg chg="add mod">
          <ac:chgData name="Escamilla Garcia, Gerardo Alonso" userId="8ce80ce6-f1b6-4699-af6b-2369c5a25767" providerId="ADAL" clId="{45D32240-6935-4895-88C4-B9622DFE74D4}" dt="2026-01-29T13:20:01.695" v="127" actId="14100"/>
          <ac:picMkLst>
            <pc:docMk/>
            <pc:sldMk cId="4231950803" sldId="258"/>
            <ac:picMk id="9" creationId="{C82CA801-7709-356F-6DD2-D261EFBCA15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55CBDA-CFB4-41A2-B147-2688FD9105E9}" type="doc">
      <dgm:prSet loTypeId="urn:microsoft.com/office/officeart/2005/8/layout/hierarchy4" loCatId="relationship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GB"/>
        </a:p>
      </dgm:t>
    </dgm:pt>
    <dgm:pt modelId="{9EBACEE9-4484-40AE-B42A-0EE8E0D86C00}">
      <dgm:prSet phldrT="[Text]" phldr="1"/>
      <dgm:spPr/>
      <dgm:t>
        <a:bodyPr/>
        <a:lstStyle/>
        <a:p>
          <a:endParaRPr lang="en-GB"/>
        </a:p>
      </dgm:t>
    </dgm:pt>
    <dgm:pt modelId="{BA67CDFE-77AF-4A8C-88EC-55B1BF1BA6EF}" type="parTrans" cxnId="{8579115E-8B96-4CE3-834A-ED4E162D50AC}">
      <dgm:prSet/>
      <dgm:spPr/>
      <dgm:t>
        <a:bodyPr/>
        <a:lstStyle/>
        <a:p>
          <a:endParaRPr lang="en-GB"/>
        </a:p>
      </dgm:t>
    </dgm:pt>
    <dgm:pt modelId="{1A3FDFEC-117C-437F-84C3-479D08B1EE10}" type="sibTrans" cxnId="{8579115E-8B96-4CE3-834A-ED4E162D50AC}">
      <dgm:prSet/>
      <dgm:spPr/>
      <dgm:t>
        <a:bodyPr/>
        <a:lstStyle/>
        <a:p>
          <a:endParaRPr lang="en-GB"/>
        </a:p>
      </dgm:t>
    </dgm:pt>
    <dgm:pt modelId="{A0F92E95-5464-47FC-A521-3B5754D48AB0}">
      <dgm:prSet phldrT="[Text]" phldr="1"/>
      <dgm:spPr/>
      <dgm:t>
        <a:bodyPr/>
        <a:lstStyle/>
        <a:p>
          <a:endParaRPr lang="en-GB"/>
        </a:p>
      </dgm:t>
    </dgm:pt>
    <dgm:pt modelId="{1C5F4AA3-95AA-498E-994E-8435CC0A25DC}" type="parTrans" cxnId="{AFEF8102-3DA8-454C-BDF5-0AC9FE062DB2}">
      <dgm:prSet/>
      <dgm:spPr/>
      <dgm:t>
        <a:bodyPr/>
        <a:lstStyle/>
        <a:p>
          <a:endParaRPr lang="en-GB"/>
        </a:p>
      </dgm:t>
    </dgm:pt>
    <dgm:pt modelId="{AAF527B9-6913-4441-AFD4-B1E5D8EE0B28}" type="sibTrans" cxnId="{AFEF8102-3DA8-454C-BDF5-0AC9FE062DB2}">
      <dgm:prSet/>
      <dgm:spPr/>
      <dgm:t>
        <a:bodyPr/>
        <a:lstStyle/>
        <a:p>
          <a:endParaRPr lang="en-GB"/>
        </a:p>
      </dgm:t>
    </dgm:pt>
    <dgm:pt modelId="{62F8C152-76C8-42D0-B3DE-D4905309402B}">
      <dgm:prSet phldrT="[Text]" phldr="1"/>
      <dgm:spPr/>
      <dgm:t>
        <a:bodyPr/>
        <a:lstStyle/>
        <a:p>
          <a:endParaRPr lang="en-GB"/>
        </a:p>
      </dgm:t>
    </dgm:pt>
    <dgm:pt modelId="{4D48D1F2-7912-4695-9B71-E818361355FA}" type="parTrans" cxnId="{EFB0AD94-F900-4812-AEA7-A61F1BC3E761}">
      <dgm:prSet/>
      <dgm:spPr/>
      <dgm:t>
        <a:bodyPr/>
        <a:lstStyle/>
        <a:p>
          <a:endParaRPr lang="en-GB"/>
        </a:p>
      </dgm:t>
    </dgm:pt>
    <dgm:pt modelId="{7899B6D5-4D10-45C4-AE67-E250823E82D6}" type="sibTrans" cxnId="{EFB0AD94-F900-4812-AEA7-A61F1BC3E761}">
      <dgm:prSet/>
      <dgm:spPr/>
      <dgm:t>
        <a:bodyPr/>
        <a:lstStyle/>
        <a:p>
          <a:endParaRPr lang="en-GB"/>
        </a:p>
      </dgm:t>
    </dgm:pt>
    <dgm:pt modelId="{ED0B512D-A516-41B0-A1B4-D198DC3373AF}">
      <dgm:prSet phldrT="[Text]" phldr="1"/>
      <dgm:spPr/>
      <dgm:t>
        <a:bodyPr/>
        <a:lstStyle/>
        <a:p>
          <a:endParaRPr lang="en-GB"/>
        </a:p>
      </dgm:t>
    </dgm:pt>
    <dgm:pt modelId="{773955EF-4E3F-4E8A-9449-B285C01ACC6F}" type="parTrans" cxnId="{C26A2F9D-D589-4E6F-8261-F46B398D2C15}">
      <dgm:prSet/>
      <dgm:spPr/>
      <dgm:t>
        <a:bodyPr/>
        <a:lstStyle/>
        <a:p>
          <a:endParaRPr lang="en-GB"/>
        </a:p>
      </dgm:t>
    </dgm:pt>
    <dgm:pt modelId="{60B79A70-0116-452C-9F00-FC400C62BA02}" type="sibTrans" cxnId="{C26A2F9D-D589-4E6F-8261-F46B398D2C15}">
      <dgm:prSet/>
      <dgm:spPr/>
      <dgm:t>
        <a:bodyPr/>
        <a:lstStyle/>
        <a:p>
          <a:endParaRPr lang="en-GB"/>
        </a:p>
      </dgm:t>
    </dgm:pt>
    <dgm:pt modelId="{2119E684-95D4-414B-B613-2F7A2AE41D3B}">
      <dgm:prSet phldrT="[Text]" phldr="1"/>
      <dgm:spPr/>
      <dgm:t>
        <a:bodyPr/>
        <a:lstStyle/>
        <a:p>
          <a:endParaRPr lang="en-GB"/>
        </a:p>
      </dgm:t>
    </dgm:pt>
    <dgm:pt modelId="{50E796F8-72F2-432A-A0D1-FD25AAF3B40B}" type="parTrans" cxnId="{6D8931D0-1E2A-48B6-AA63-68770A4954D3}">
      <dgm:prSet/>
      <dgm:spPr/>
      <dgm:t>
        <a:bodyPr/>
        <a:lstStyle/>
        <a:p>
          <a:endParaRPr lang="en-GB"/>
        </a:p>
      </dgm:t>
    </dgm:pt>
    <dgm:pt modelId="{382CE42E-D2BD-42FD-B8EF-E2BC0643C4BE}" type="sibTrans" cxnId="{6D8931D0-1E2A-48B6-AA63-68770A4954D3}">
      <dgm:prSet/>
      <dgm:spPr/>
      <dgm:t>
        <a:bodyPr/>
        <a:lstStyle/>
        <a:p>
          <a:endParaRPr lang="en-GB"/>
        </a:p>
      </dgm:t>
    </dgm:pt>
    <dgm:pt modelId="{5344F3BC-69B7-46E5-A1D8-8321697D1EA9}">
      <dgm:prSet phldrT="[Text]" phldr="1"/>
      <dgm:spPr/>
      <dgm:t>
        <a:bodyPr/>
        <a:lstStyle/>
        <a:p>
          <a:endParaRPr lang="en-GB"/>
        </a:p>
      </dgm:t>
    </dgm:pt>
    <dgm:pt modelId="{3C8338D5-6A06-4908-AD2C-013920092B4D}" type="parTrans" cxnId="{D588B49B-8FA7-4808-B95E-0201B851283E}">
      <dgm:prSet/>
      <dgm:spPr/>
      <dgm:t>
        <a:bodyPr/>
        <a:lstStyle/>
        <a:p>
          <a:endParaRPr lang="en-GB"/>
        </a:p>
      </dgm:t>
    </dgm:pt>
    <dgm:pt modelId="{002FBC27-AB53-420F-ABFA-0475A4CFE521}" type="sibTrans" cxnId="{D588B49B-8FA7-4808-B95E-0201B851283E}">
      <dgm:prSet/>
      <dgm:spPr/>
      <dgm:t>
        <a:bodyPr/>
        <a:lstStyle/>
        <a:p>
          <a:endParaRPr lang="en-GB"/>
        </a:p>
      </dgm:t>
    </dgm:pt>
    <dgm:pt modelId="{9620CF0C-6C1F-4CEB-BA70-47082C968EEB}" type="pres">
      <dgm:prSet presAssocID="{BF55CBDA-CFB4-41A2-B147-2688FD9105E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3417B4-2511-4C7E-8E17-8CC957C3E7C4}" type="pres">
      <dgm:prSet presAssocID="{9EBACEE9-4484-40AE-B42A-0EE8E0D86C00}" presName="vertOne" presStyleCnt="0"/>
      <dgm:spPr/>
    </dgm:pt>
    <dgm:pt modelId="{3F00401D-E535-44A7-B7DF-456F2E7C7E78}" type="pres">
      <dgm:prSet presAssocID="{9EBACEE9-4484-40AE-B42A-0EE8E0D86C00}" presName="txOne" presStyleLbl="node0" presStyleIdx="0" presStyleCnt="1">
        <dgm:presLayoutVars>
          <dgm:chPref val="3"/>
        </dgm:presLayoutVars>
      </dgm:prSet>
      <dgm:spPr/>
    </dgm:pt>
    <dgm:pt modelId="{514CF210-A163-4106-A036-FC4929863BDA}" type="pres">
      <dgm:prSet presAssocID="{9EBACEE9-4484-40AE-B42A-0EE8E0D86C00}" presName="parTransOne" presStyleCnt="0"/>
      <dgm:spPr/>
    </dgm:pt>
    <dgm:pt modelId="{18176594-7E51-4FBD-8023-92463CE355F4}" type="pres">
      <dgm:prSet presAssocID="{9EBACEE9-4484-40AE-B42A-0EE8E0D86C00}" presName="horzOne" presStyleCnt="0"/>
      <dgm:spPr/>
    </dgm:pt>
    <dgm:pt modelId="{CC7BA731-3936-4513-A726-33FFEBD1F0B5}" type="pres">
      <dgm:prSet presAssocID="{A0F92E95-5464-47FC-A521-3B5754D48AB0}" presName="vertTwo" presStyleCnt="0"/>
      <dgm:spPr/>
    </dgm:pt>
    <dgm:pt modelId="{EBC95740-427A-4774-B695-CA3B3288FFEF}" type="pres">
      <dgm:prSet presAssocID="{A0F92E95-5464-47FC-A521-3B5754D48AB0}" presName="txTwo" presStyleLbl="node2" presStyleIdx="0" presStyleCnt="2">
        <dgm:presLayoutVars>
          <dgm:chPref val="3"/>
        </dgm:presLayoutVars>
      </dgm:prSet>
      <dgm:spPr/>
    </dgm:pt>
    <dgm:pt modelId="{D276CA00-24A2-4A06-97D7-841152C70F94}" type="pres">
      <dgm:prSet presAssocID="{A0F92E95-5464-47FC-A521-3B5754D48AB0}" presName="parTransTwo" presStyleCnt="0"/>
      <dgm:spPr/>
    </dgm:pt>
    <dgm:pt modelId="{D9857921-84C4-4CF2-A2B1-ECA705DF9B9F}" type="pres">
      <dgm:prSet presAssocID="{A0F92E95-5464-47FC-A521-3B5754D48AB0}" presName="horzTwo" presStyleCnt="0"/>
      <dgm:spPr/>
    </dgm:pt>
    <dgm:pt modelId="{7E07DDE4-5E0F-450A-89E7-1A21B3E4D12C}" type="pres">
      <dgm:prSet presAssocID="{62F8C152-76C8-42D0-B3DE-D4905309402B}" presName="vertThree" presStyleCnt="0"/>
      <dgm:spPr/>
    </dgm:pt>
    <dgm:pt modelId="{4E4B5D82-F094-4117-BA5A-AE50309C681E}" type="pres">
      <dgm:prSet presAssocID="{62F8C152-76C8-42D0-B3DE-D4905309402B}" presName="txThree" presStyleLbl="node3" presStyleIdx="0" presStyleCnt="3">
        <dgm:presLayoutVars>
          <dgm:chPref val="3"/>
        </dgm:presLayoutVars>
      </dgm:prSet>
      <dgm:spPr/>
    </dgm:pt>
    <dgm:pt modelId="{57F1B384-16AC-4D48-AD7B-3E0AD804E0DA}" type="pres">
      <dgm:prSet presAssocID="{62F8C152-76C8-42D0-B3DE-D4905309402B}" presName="horzThree" presStyleCnt="0"/>
      <dgm:spPr/>
    </dgm:pt>
    <dgm:pt modelId="{06F41DF7-92F1-43D0-9FB1-7CA9953D0F8E}" type="pres">
      <dgm:prSet presAssocID="{7899B6D5-4D10-45C4-AE67-E250823E82D6}" presName="sibSpaceThree" presStyleCnt="0"/>
      <dgm:spPr/>
    </dgm:pt>
    <dgm:pt modelId="{9A085E36-0038-47A9-BD1B-E635AA5325A5}" type="pres">
      <dgm:prSet presAssocID="{ED0B512D-A516-41B0-A1B4-D198DC3373AF}" presName="vertThree" presStyleCnt="0"/>
      <dgm:spPr/>
    </dgm:pt>
    <dgm:pt modelId="{6ABD528C-1080-4F7A-B271-80FCE46B825C}" type="pres">
      <dgm:prSet presAssocID="{ED0B512D-A516-41B0-A1B4-D198DC3373AF}" presName="txThree" presStyleLbl="node3" presStyleIdx="1" presStyleCnt="3">
        <dgm:presLayoutVars>
          <dgm:chPref val="3"/>
        </dgm:presLayoutVars>
      </dgm:prSet>
      <dgm:spPr/>
    </dgm:pt>
    <dgm:pt modelId="{E1E518C9-A657-499E-A451-3B8367E98A2C}" type="pres">
      <dgm:prSet presAssocID="{ED0B512D-A516-41B0-A1B4-D198DC3373AF}" presName="horzThree" presStyleCnt="0"/>
      <dgm:spPr/>
    </dgm:pt>
    <dgm:pt modelId="{22A46785-CC93-4AD6-9BCB-B183CD74CCE1}" type="pres">
      <dgm:prSet presAssocID="{AAF527B9-6913-4441-AFD4-B1E5D8EE0B28}" presName="sibSpaceTwo" presStyleCnt="0"/>
      <dgm:spPr/>
    </dgm:pt>
    <dgm:pt modelId="{23B4ED7C-3B13-43C9-82B8-07F660EDC1BB}" type="pres">
      <dgm:prSet presAssocID="{2119E684-95D4-414B-B613-2F7A2AE41D3B}" presName="vertTwo" presStyleCnt="0"/>
      <dgm:spPr/>
    </dgm:pt>
    <dgm:pt modelId="{A44D9E7A-8498-41EB-9614-74C0C3D1AB15}" type="pres">
      <dgm:prSet presAssocID="{2119E684-95D4-414B-B613-2F7A2AE41D3B}" presName="txTwo" presStyleLbl="node2" presStyleIdx="1" presStyleCnt="2">
        <dgm:presLayoutVars>
          <dgm:chPref val="3"/>
        </dgm:presLayoutVars>
      </dgm:prSet>
      <dgm:spPr/>
    </dgm:pt>
    <dgm:pt modelId="{8BCA783A-E08D-4223-9033-BCCF92E9AC30}" type="pres">
      <dgm:prSet presAssocID="{2119E684-95D4-414B-B613-2F7A2AE41D3B}" presName="parTransTwo" presStyleCnt="0"/>
      <dgm:spPr/>
    </dgm:pt>
    <dgm:pt modelId="{F7D3704D-CB29-4DF3-AAAD-1F0CA35D4478}" type="pres">
      <dgm:prSet presAssocID="{2119E684-95D4-414B-B613-2F7A2AE41D3B}" presName="horzTwo" presStyleCnt="0"/>
      <dgm:spPr/>
    </dgm:pt>
    <dgm:pt modelId="{CEFD8B21-37D4-4CC5-B9E9-721F42A57CF1}" type="pres">
      <dgm:prSet presAssocID="{5344F3BC-69B7-46E5-A1D8-8321697D1EA9}" presName="vertThree" presStyleCnt="0"/>
      <dgm:spPr/>
    </dgm:pt>
    <dgm:pt modelId="{283550C5-8B28-461D-9657-9B2E07169954}" type="pres">
      <dgm:prSet presAssocID="{5344F3BC-69B7-46E5-A1D8-8321697D1EA9}" presName="txThree" presStyleLbl="node3" presStyleIdx="2" presStyleCnt="3">
        <dgm:presLayoutVars>
          <dgm:chPref val="3"/>
        </dgm:presLayoutVars>
      </dgm:prSet>
      <dgm:spPr/>
    </dgm:pt>
    <dgm:pt modelId="{B0A668E1-968E-4C26-81F9-6CFF85576F32}" type="pres">
      <dgm:prSet presAssocID="{5344F3BC-69B7-46E5-A1D8-8321697D1EA9}" presName="horzThree" presStyleCnt="0"/>
      <dgm:spPr/>
    </dgm:pt>
  </dgm:ptLst>
  <dgm:cxnLst>
    <dgm:cxn modelId="{AFEF8102-3DA8-454C-BDF5-0AC9FE062DB2}" srcId="{9EBACEE9-4484-40AE-B42A-0EE8E0D86C00}" destId="{A0F92E95-5464-47FC-A521-3B5754D48AB0}" srcOrd="0" destOrd="0" parTransId="{1C5F4AA3-95AA-498E-994E-8435CC0A25DC}" sibTransId="{AAF527B9-6913-4441-AFD4-B1E5D8EE0B28}"/>
    <dgm:cxn modelId="{AE70B220-AB74-4BC2-B162-3C1BEDC326B9}" type="presOf" srcId="{A0F92E95-5464-47FC-A521-3B5754D48AB0}" destId="{EBC95740-427A-4774-B695-CA3B3288FFEF}" srcOrd="0" destOrd="0" presId="urn:microsoft.com/office/officeart/2005/8/layout/hierarchy4"/>
    <dgm:cxn modelId="{34D07C26-28CF-4128-BEF6-96F7056AD867}" type="presOf" srcId="{2119E684-95D4-414B-B613-2F7A2AE41D3B}" destId="{A44D9E7A-8498-41EB-9614-74C0C3D1AB15}" srcOrd="0" destOrd="0" presId="urn:microsoft.com/office/officeart/2005/8/layout/hierarchy4"/>
    <dgm:cxn modelId="{8579115E-8B96-4CE3-834A-ED4E162D50AC}" srcId="{BF55CBDA-CFB4-41A2-B147-2688FD9105E9}" destId="{9EBACEE9-4484-40AE-B42A-0EE8E0D86C00}" srcOrd="0" destOrd="0" parTransId="{BA67CDFE-77AF-4A8C-88EC-55B1BF1BA6EF}" sibTransId="{1A3FDFEC-117C-437F-84C3-479D08B1EE10}"/>
    <dgm:cxn modelId="{22BE2664-5536-4DFC-ADCF-87837926FFD4}" type="presOf" srcId="{9EBACEE9-4484-40AE-B42A-0EE8E0D86C00}" destId="{3F00401D-E535-44A7-B7DF-456F2E7C7E78}" srcOrd="0" destOrd="0" presId="urn:microsoft.com/office/officeart/2005/8/layout/hierarchy4"/>
    <dgm:cxn modelId="{6F5FBD4B-9865-407C-B768-D1339F3A9BA2}" type="presOf" srcId="{BF55CBDA-CFB4-41A2-B147-2688FD9105E9}" destId="{9620CF0C-6C1F-4CEB-BA70-47082C968EEB}" srcOrd="0" destOrd="0" presId="urn:microsoft.com/office/officeart/2005/8/layout/hierarchy4"/>
    <dgm:cxn modelId="{D879AD56-BD3D-4991-8DDE-32FB937D2ED9}" type="presOf" srcId="{62F8C152-76C8-42D0-B3DE-D4905309402B}" destId="{4E4B5D82-F094-4117-BA5A-AE50309C681E}" srcOrd="0" destOrd="0" presId="urn:microsoft.com/office/officeart/2005/8/layout/hierarchy4"/>
    <dgm:cxn modelId="{EFB0AD94-F900-4812-AEA7-A61F1BC3E761}" srcId="{A0F92E95-5464-47FC-A521-3B5754D48AB0}" destId="{62F8C152-76C8-42D0-B3DE-D4905309402B}" srcOrd="0" destOrd="0" parTransId="{4D48D1F2-7912-4695-9B71-E818361355FA}" sibTransId="{7899B6D5-4D10-45C4-AE67-E250823E82D6}"/>
    <dgm:cxn modelId="{D588B49B-8FA7-4808-B95E-0201B851283E}" srcId="{2119E684-95D4-414B-B613-2F7A2AE41D3B}" destId="{5344F3BC-69B7-46E5-A1D8-8321697D1EA9}" srcOrd="0" destOrd="0" parTransId="{3C8338D5-6A06-4908-AD2C-013920092B4D}" sibTransId="{002FBC27-AB53-420F-ABFA-0475A4CFE521}"/>
    <dgm:cxn modelId="{C26A2F9D-D589-4E6F-8261-F46B398D2C15}" srcId="{A0F92E95-5464-47FC-A521-3B5754D48AB0}" destId="{ED0B512D-A516-41B0-A1B4-D198DC3373AF}" srcOrd="1" destOrd="0" parTransId="{773955EF-4E3F-4E8A-9449-B285C01ACC6F}" sibTransId="{60B79A70-0116-452C-9F00-FC400C62BA02}"/>
    <dgm:cxn modelId="{557909AF-46D9-4330-97C7-3A4724F2325D}" type="presOf" srcId="{ED0B512D-A516-41B0-A1B4-D198DC3373AF}" destId="{6ABD528C-1080-4F7A-B271-80FCE46B825C}" srcOrd="0" destOrd="0" presId="urn:microsoft.com/office/officeart/2005/8/layout/hierarchy4"/>
    <dgm:cxn modelId="{6D8931D0-1E2A-48B6-AA63-68770A4954D3}" srcId="{9EBACEE9-4484-40AE-B42A-0EE8E0D86C00}" destId="{2119E684-95D4-414B-B613-2F7A2AE41D3B}" srcOrd="1" destOrd="0" parTransId="{50E796F8-72F2-432A-A0D1-FD25AAF3B40B}" sibTransId="{382CE42E-D2BD-42FD-B8EF-E2BC0643C4BE}"/>
    <dgm:cxn modelId="{87313CD7-09F3-4080-AC4E-E57866204221}" type="presOf" srcId="{5344F3BC-69B7-46E5-A1D8-8321697D1EA9}" destId="{283550C5-8B28-461D-9657-9B2E07169954}" srcOrd="0" destOrd="0" presId="urn:microsoft.com/office/officeart/2005/8/layout/hierarchy4"/>
    <dgm:cxn modelId="{E14E4456-98B7-41DC-AB7A-7A331929552C}" type="presParOf" srcId="{9620CF0C-6C1F-4CEB-BA70-47082C968EEB}" destId="{AD3417B4-2511-4C7E-8E17-8CC957C3E7C4}" srcOrd="0" destOrd="0" presId="urn:microsoft.com/office/officeart/2005/8/layout/hierarchy4"/>
    <dgm:cxn modelId="{4DB1F718-F1EF-4D59-87BE-DB622B287DD5}" type="presParOf" srcId="{AD3417B4-2511-4C7E-8E17-8CC957C3E7C4}" destId="{3F00401D-E535-44A7-B7DF-456F2E7C7E78}" srcOrd="0" destOrd="0" presId="urn:microsoft.com/office/officeart/2005/8/layout/hierarchy4"/>
    <dgm:cxn modelId="{96EC2F4C-B68C-4B88-AA2B-C348B50CAC55}" type="presParOf" srcId="{AD3417B4-2511-4C7E-8E17-8CC957C3E7C4}" destId="{514CF210-A163-4106-A036-FC4929863BDA}" srcOrd="1" destOrd="0" presId="urn:microsoft.com/office/officeart/2005/8/layout/hierarchy4"/>
    <dgm:cxn modelId="{57C4AD68-C6B0-4DDE-AFEF-3275E2B83297}" type="presParOf" srcId="{AD3417B4-2511-4C7E-8E17-8CC957C3E7C4}" destId="{18176594-7E51-4FBD-8023-92463CE355F4}" srcOrd="2" destOrd="0" presId="urn:microsoft.com/office/officeart/2005/8/layout/hierarchy4"/>
    <dgm:cxn modelId="{A0959622-4557-4FF2-A8DE-CFDC49FF379F}" type="presParOf" srcId="{18176594-7E51-4FBD-8023-92463CE355F4}" destId="{CC7BA731-3936-4513-A726-33FFEBD1F0B5}" srcOrd="0" destOrd="0" presId="urn:microsoft.com/office/officeart/2005/8/layout/hierarchy4"/>
    <dgm:cxn modelId="{CCF714A5-7D9A-47BD-B9BD-412EF5A3CB38}" type="presParOf" srcId="{CC7BA731-3936-4513-A726-33FFEBD1F0B5}" destId="{EBC95740-427A-4774-B695-CA3B3288FFEF}" srcOrd="0" destOrd="0" presId="urn:microsoft.com/office/officeart/2005/8/layout/hierarchy4"/>
    <dgm:cxn modelId="{C4EAB7B9-4AF1-453D-AF50-70E3FCC60725}" type="presParOf" srcId="{CC7BA731-3936-4513-A726-33FFEBD1F0B5}" destId="{D276CA00-24A2-4A06-97D7-841152C70F94}" srcOrd="1" destOrd="0" presId="urn:microsoft.com/office/officeart/2005/8/layout/hierarchy4"/>
    <dgm:cxn modelId="{9FF64B4B-77FB-4FCA-B170-809F7446BE5C}" type="presParOf" srcId="{CC7BA731-3936-4513-A726-33FFEBD1F0B5}" destId="{D9857921-84C4-4CF2-A2B1-ECA705DF9B9F}" srcOrd="2" destOrd="0" presId="urn:microsoft.com/office/officeart/2005/8/layout/hierarchy4"/>
    <dgm:cxn modelId="{CEDCFD27-589B-4CE5-A928-B92916B020F8}" type="presParOf" srcId="{D9857921-84C4-4CF2-A2B1-ECA705DF9B9F}" destId="{7E07DDE4-5E0F-450A-89E7-1A21B3E4D12C}" srcOrd="0" destOrd="0" presId="urn:microsoft.com/office/officeart/2005/8/layout/hierarchy4"/>
    <dgm:cxn modelId="{8403F192-4766-4411-BDBC-C77A3AB12B91}" type="presParOf" srcId="{7E07DDE4-5E0F-450A-89E7-1A21B3E4D12C}" destId="{4E4B5D82-F094-4117-BA5A-AE50309C681E}" srcOrd="0" destOrd="0" presId="urn:microsoft.com/office/officeart/2005/8/layout/hierarchy4"/>
    <dgm:cxn modelId="{7BC69218-04E7-498C-B4F8-06097662BBBB}" type="presParOf" srcId="{7E07DDE4-5E0F-450A-89E7-1A21B3E4D12C}" destId="{57F1B384-16AC-4D48-AD7B-3E0AD804E0DA}" srcOrd="1" destOrd="0" presId="urn:microsoft.com/office/officeart/2005/8/layout/hierarchy4"/>
    <dgm:cxn modelId="{14F50D98-12F9-45D5-8A41-BDCDBA066739}" type="presParOf" srcId="{D9857921-84C4-4CF2-A2B1-ECA705DF9B9F}" destId="{06F41DF7-92F1-43D0-9FB1-7CA9953D0F8E}" srcOrd="1" destOrd="0" presId="urn:microsoft.com/office/officeart/2005/8/layout/hierarchy4"/>
    <dgm:cxn modelId="{57526956-F467-4A88-88AC-6249D50B7291}" type="presParOf" srcId="{D9857921-84C4-4CF2-A2B1-ECA705DF9B9F}" destId="{9A085E36-0038-47A9-BD1B-E635AA5325A5}" srcOrd="2" destOrd="0" presId="urn:microsoft.com/office/officeart/2005/8/layout/hierarchy4"/>
    <dgm:cxn modelId="{B6AA220B-90D9-45BE-BBD5-B1D14773A9E1}" type="presParOf" srcId="{9A085E36-0038-47A9-BD1B-E635AA5325A5}" destId="{6ABD528C-1080-4F7A-B271-80FCE46B825C}" srcOrd="0" destOrd="0" presId="urn:microsoft.com/office/officeart/2005/8/layout/hierarchy4"/>
    <dgm:cxn modelId="{0CDD6832-2038-44DF-B4F8-41E0FE59AC41}" type="presParOf" srcId="{9A085E36-0038-47A9-BD1B-E635AA5325A5}" destId="{E1E518C9-A657-499E-A451-3B8367E98A2C}" srcOrd="1" destOrd="0" presId="urn:microsoft.com/office/officeart/2005/8/layout/hierarchy4"/>
    <dgm:cxn modelId="{2713BE26-9711-4909-B218-5C74107E5946}" type="presParOf" srcId="{18176594-7E51-4FBD-8023-92463CE355F4}" destId="{22A46785-CC93-4AD6-9BCB-B183CD74CCE1}" srcOrd="1" destOrd="0" presId="urn:microsoft.com/office/officeart/2005/8/layout/hierarchy4"/>
    <dgm:cxn modelId="{4C290381-04CF-4F36-8381-E02989C693B1}" type="presParOf" srcId="{18176594-7E51-4FBD-8023-92463CE355F4}" destId="{23B4ED7C-3B13-43C9-82B8-07F660EDC1BB}" srcOrd="2" destOrd="0" presId="urn:microsoft.com/office/officeart/2005/8/layout/hierarchy4"/>
    <dgm:cxn modelId="{64BC897B-19A6-4B06-B7FB-11DB86EF4556}" type="presParOf" srcId="{23B4ED7C-3B13-43C9-82B8-07F660EDC1BB}" destId="{A44D9E7A-8498-41EB-9614-74C0C3D1AB15}" srcOrd="0" destOrd="0" presId="urn:microsoft.com/office/officeart/2005/8/layout/hierarchy4"/>
    <dgm:cxn modelId="{7D29B4F2-647A-4BEF-B30E-5A6EDE693A3D}" type="presParOf" srcId="{23B4ED7C-3B13-43C9-82B8-07F660EDC1BB}" destId="{8BCA783A-E08D-4223-9033-BCCF92E9AC30}" srcOrd="1" destOrd="0" presId="urn:microsoft.com/office/officeart/2005/8/layout/hierarchy4"/>
    <dgm:cxn modelId="{1913F89C-C06D-441A-A5E9-DE2A7A7AD890}" type="presParOf" srcId="{23B4ED7C-3B13-43C9-82B8-07F660EDC1BB}" destId="{F7D3704D-CB29-4DF3-AAAD-1F0CA35D4478}" srcOrd="2" destOrd="0" presId="urn:microsoft.com/office/officeart/2005/8/layout/hierarchy4"/>
    <dgm:cxn modelId="{20E631B9-D118-49C5-B517-F79DA13121E4}" type="presParOf" srcId="{F7D3704D-CB29-4DF3-AAAD-1F0CA35D4478}" destId="{CEFD8B21-37D4-4CC5-B9E9-721F42A57CF1}" srcOrd="0" destOrd="0" presId="urn:microsoft.com/office/officeart/2005/8/layout/hierarchy4"/>
    <dgm:cxn modelId="{90040D83-1831-4C91-8E4F-585746EF2961}" type="presParOf" srcId="{CEFD8B21-37D4-4CC5-B9E9-721F42A57CF1}" destId="{283550C5-8B28-461D-9657-9B2E07169954}" srcOrd="0" destOrd="0" presId="urn:microsoft.com/office/officeart/2005/8/layout/hierarchy4"/>
    <dgm:cxn modelId="{D894BC55-8F5C-46D0-BF8F-70B88CB51486}" type="presParOf" srcId="{CEFD8B21-37D4-4CC5-B9E9-721F42A57CF1}" destId="{B0A668E1-968E-4C26-81F9-6CFF85576F32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0401D-E535-44A7-B7DF-456F2E7C7E78}">
      <dsp:nvSpPr>
        <dsp:cNvPr id="0" name=""/>
        <dsp:cNvSpPr/>
      </dsp:nvSpPr>
      <dsp:spPr>
        <a:xfrm>
          <a:off x="932" y="1947"/>
          <a:ext cx="8126134" cy="17092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50993" y="52008"/>
        <a:ext cx="8026012" cy="1609086"/>
      </dsp:txXfrm>
    </dsp:sp>
    <dsp:sp modelId="{EBC95740-427A-4774-B695-CA3B3288FFEF}">
      <dsp:nvSpPr>
        <dsp:cNvPr id="0" name=""/>
        <dsp:cNvSpPr/>
      </dsp:nvSpPr>
      <dsp:spPr>
        <a:xfrm>
          <a:off x="932" y="1854729"/>
          <a:ext cx="5308242" cy="17092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50993" y="1904790"/>
        <a:ext cx="5208120" cy="1609086"/>
      </dsp:txXfrm>
    </dsp:sp>
    <dsp:sp modelId="{4E4B5D82-F094-4117-BA5A-AE50309C681E}">
      <dsp:nvSpPr>
        <dsp:cNvPr id="0" name=""/>
        <dsp:cNvSpPr/>
      </dsp:nvSpPr>
      <dsp:spPr>
        <a:xfrm>
          <a:off x="932" y="3707511"/>
          <a:ext cx="2599531" cy="17092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50993" y="3757572"/>
        <a:ext cx="2499409" cy="1609086"/>
      </dsp:txXfrm>
    </dsp:sp>
    <dsp:sp modelId="{6ABD528C-1080-4F7A-B271-80FCE46B825C}">
      <dsp:nvSpPr>
        <dsp:cNvPr id="0" name=""/>
        <dsp:cNvSpPr/>
      </dsp:nvSpPr>
      <dsp:spPr>
        <a:xfrm>
          <a:off x="2709644" y="3707511"/>
          <a:ext cx="2599531" cy="17092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2759705" y="3757572"/>
        <a:ext cx="2499409" cy="1609086"/>
      </dsp:txXfrm>
    </dsp:sp>
    <dsp:sp modelId="{A44D9E7A-8498-41EB-9614-74C0C3D1AB15}">
      <dsp:nvSpPr>
        <dsp:cNvPr id="0" name=""/>
        <dsp:cNvSpPr/>
      </dsp:nvSpPr>
      <dsp:spPr>
        <a:xfrm>
          <a:off x="5527536" y="1854729"/>
          <a:ext cx="2599531" cy="17092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5577597" y="1904790"/>
        <a:ext cx="2499409" cy="1609086"/>
      </dsp:txXfrm>
    </dsp:sp>
    <dsp:sp modelId="{283550C5-8B28-461D-9657-9B2E07169954}">
      <dsp:nvSpPr>
        <dsp:cNvPr id="0" name=""/>
        <dsp:cNvSpPr/>
      </dsp:nvSpPr>
      <dsp:spPr>
        <a:xfrm>
          <a:off x="5527536" y="3707511"/>
          <a:ext cx="2599531" cy="17092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5577597" y="3757572"/>
        <a:ext cx="2499409" cy="1609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9E462-6F57-CFF5-2FA3-E97CBDE5E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9B740-0A16-9AE1-72A1-0B47D30F3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D336F-761E-3947-6A01-ED6C78F2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A803-8BE5-424C-9343-45256677A8C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B72A2-25C4-9628-4F6F-5C9A0964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6403C-6CCA-38F1-DFF5-39F916853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4EBC-E631-4C87-8C9B-41CA0BDD1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898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7124-293C-B540-D047-EC04B5B32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AFC56-BEFA-5654-8C14-21361ED2B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CEBDB-F571-863A-0725-2A93CB17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A803-8BE5-424C-9343-45256677A8C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17DBB-4294-82A0-5D99-F7644B3FB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D2D1A-0E13-3C38-6304-1DB40A03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4EBC-E631-4C87-8C9B-41CA0BDD1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05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60DA7-0F19-6C7D-E9E7-A1CC9CAA3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59581-C2E2-F54F-CA1E-85B424094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3054A-AFF6-A32A-ABEE-CA9DF081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A803-8BE5-424C-9343-45256677A8C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5C425-3990-EB08-6CC0-03DB22C9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F460D-4D70-9A52-1C38-46D75B5C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4EBC-E631-4C87-8C9B-41CA0BDD1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679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BFDA4-4824-04DE-BA54-EE7F12F7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48D56-A8E0-B679-7725-D44C94534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4D873-916C-E983-8E5D-433CDC777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51A0B-01D1-C8C7-3367-A0FF4525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A803-8BE5-424C-9343-45256677A8C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7E7FB-F43C-6D14-3020-961AEF91F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A43B4-5317-A0B9-35C5-A03DB5E7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4EBC-E631-4C87-8C9B-41CA0BDD1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275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C0A2-2415-9328-1C9E-F446555C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80908-4FF6-2240-AFE0-4E38B96B3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BB033-3398-C9A1-E4FC-3452E3E9F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2685E-7A98-DABF-15F5-7E029B36B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369D4-E93E-4F3F-0B5B-7851C8EFCC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FF317-F78C-06A2-A131-B811BDD51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A803-8BE5-424C-9343-45256677A8C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F086DB-5EC4-929A-4A2A-71081607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72ABF-C0FE-7DF8-6B2E-1CB5AD98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4EBC-E631-4C87-8C9B-41CA0BDD1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689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0E5A-6795-239B-681A-8C94CFDD8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94BDAF-1234-7CDC-261E-C700B928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A803-8BE5-424C-9343-45256677A8C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E5656-73DD-99C9-AA91-457E85D64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F3758-A68E-C1A6-CE26-42ADF04A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4EBC-E631-4C87-8C9B-41CA0BDD1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231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59AC04-1FD7-AF52-E7D6-22FB7ACB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A803-8BE5-424C-9343-45256677A8C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F4DF2-C1FE-2F84-024B-7AA547E6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55FEB-8B3E-78E2-07C6-42107F12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4EBC-E631-4C87-8C9B-41CA0BDD1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352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7B92-50B6-6F46-1471-C5714E77E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9C783-98A3-5FA6-70C2-E188134C4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4074B-18FF-C3B7-156C-B3996F238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5272B-C4E1-1FA5-3D24-EA8895AF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A803-8BE5-424C-9343-45256677A8C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5A21A-04FA-97F1-9BA9-1C7D4F16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77A41-D885-587D-2E22-B3A4C799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4EBC-E631-4C87-8C9B-41CA0BDD1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659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356B-D39F-A92B-1EB1-5674ADC57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5D423-0D92-A381-25FF-EE1DFD643E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F8F46-6125-080E-BF7D-8E3B2FB80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6FAB0-7A34-F493-42F6-1487A90A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A803-8BE5-424C-9343-45256677A8C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F21E0-B842-EE21-B9AA-C39169A0C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02E15-59C5-1FBF-5C8E-67DB9D59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4EBC-E631-4C87-8C9B-41CA0BDD1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466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3F255-E422-6BF4-E202-BC4505270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ED5D1-3D25-7619-ACB8-466E92F0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95526-F55D-9202-C09E-C4B52B1D7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A803-8BE5-424C-9343-45256677A8C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700B3-FE12-78BE-8DA1-7128D4FD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E9774-EF42-CC2B-09A5-F3E1BE9C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4EBC-E631-4C87-8C9B-41CA0BDD1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10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41FCF-38A8-711E-3C67-99504EB0F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83449-356D-1694-CB5E-1B2FE1EF4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CAF9E-93BA-BD86-B035-8BD237C5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A803-8BE5-424C-9343-45256677A8C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C4932-D7CE-E603-7599-1E7D70915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E406F-B316-0407-4412-F503669C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4EBC-E631-4C87-8C9B-41CA0BDD1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001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2481E-DDDD-6857-95F2-51AE0EA1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163A9-509E-80FA-13CD-B186D3AF0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3C696-E700-D589-81E2-1953D121DD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EA803-8BE5-424C-9343-45256677A8C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72DD1-8BE0-FC98-6A91-1F8E41A49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4C462-370F-81AD-98B0-885E33D77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044EBC-E631-4C87-8C9B-41CA0BDD1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62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DEC4EC-4157-A423-AF96-DF013CC33AF5}"/>
              </a:ext>
            </a:extLst>
          </p:cNvPr>
          <p:cNvSpPr txBox="1"/>
          <p:nvPr/>
        </p:nvSpPr>
        <p:spPr>
          <a:xfrm>
            <a:off x="729688" y="762994"/>
            <a:ext cx="10807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Share of valid and invalid estimations by solver method</a:t>
            </a:r>
            <a:endParaRPr lang="en-GB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B157B4-481F-79FA-4289-54BA5685A926}"/>
              </a:ext>
            </a:extLst>
          </p:cNvPr>
          <p:cNvSpPr txBox="1"/>
          <p:nvPr/>
        </p:nvSpPr>
        <p:spPr>
          <a:xfrm>
            <a:off x="729688" y="0"/>
            <a:ext cx="108078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Newton, L-BFGS-B, DE, BFGS, and SANN provide valid estimations while NM, PORT, CG, Nelder-Mead, and LM do not</a:t>
            </a:r>
            <a:endParaRPr lang="en-GB" sz="2400" b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3C7D5E-B1C0-119D-1B63-003D2A0A6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312" y="1356359"/>
            <a:ext cx="9173338" cy="486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04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045445-BB42-A28A-8AFE-A8AF8E85D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638" y="1021556"/>
            <a:ext cx="9889125" cy="5276673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DC14156-8C82-437B-E41D-FB43914FA9CA}"/>
              </a:ext>
            </a:extLst>
          </p:cNvPr>
          <p:cNvSpPr/>
          <p:nvPr/>
        </p:nvSpPr>
        <p:spPr>
          <a:xfrm>
            <a:off x="770506" y="1160069"/>
            <a:ext cx="1387874" cy="805859"/>
          </a:xfrm>
          <a:prstGeom prst="roundRect">
            <a:avLst>
              <a:gd name="adj" fmla="val 407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BA9A4A-711C-D778-BAB3-B45E3621E96B}"/>
              </a:ext>
            </a:extLst>
          </p:cNvPr>
          <p:cNvSpPr txBox="1"/>
          <p:nvPr/>
        </p:nvSpPr>
        <p:spPr>
          <a:xfrm>
            <a:off x="729689" y="1134932"/>
            <a:ext cx="1482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Solver</a:t>
            </a:r>
          </a:p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Statistics</a:t>
            </a:r>
          </a:p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Economics</a:t>
            </a:r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1F8CC1-458D-07E4-94CA-275C56AD94F6}"/>
              </a:ext>
            </a:extLst>
          </p:cNvPr>
          <p:cNvSpPr txBox="1"/>
          <p:nvPr/>
        </p:nvSpPr>
        <p:spPr>
          <a:xfrm>
            <a:off x="729688" y="762994"/>
            <a:ext cx="10807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Number of estimations by type of validity per solver</a:t>
            </a:r>
            <a:endParaRPr lang="en-GB" sz="1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C05A73-D57D-1ABD-9B78-F7573A3D9F7A}"/>
              </a:ext>
            </a:extLst>
          </p:cNvPr>
          <p:cNvSpPr txBox="1"/>
          <p:nvPr/>
        </p:nvSpPr>
        <p:spPr>
          <a:xfrm>
            <a:off x="729688" y="0"/>
            <a:ext cx="108078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Invalid estimations are a mix of solvers having issues converging or returning parameter values outside of the validity filters</a:t>
            </a:r>
            <a:endParaRPr lang="en-GB" sz="24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0AADCE-82A6-DE03-62ED-09BBFCAB5F5D}"/>
              </a:ext>
            </a:extLst>
          </p:cNvPr>
          <p:cNvSpPr txBox="1"/>
          <p:nvPr/>
        </p:nvSpPr>
        <p:spPr>
          <a:xfrm>
            <a:off x="2572929" y="1346775"/>
            <a:ext cx="2887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</a:t>
            </a:r>
            <a:endParaRPr lang="en-GB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BB7AF0-3BC7-9D04-BD16-0E76CA04548C}"/>
              </a:ext>
            </a:extLst>
          </p:cNvPr>
          <p:cNvSpPr txBox="1"/>
          <p:nvPr/>
        </p:nvSpPr>
        <p:spPr>
          <a:xfrm>
            <a:off x="4689735" y="1346775"/>
            <a:ext cx="2887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B</a:t>
            </a:r>
            <a:endParaRPr lang="en-GB" sz="16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015411-51A9-B3D8-F5CD-43FA62D344F9}"/>
              </a:ext>
            </a:extLst>
          </p:cNvPr>
          <p:cNvSpPr txBox="1"/>
          <p:nvPr/>
        </p:nvSpPr>
        <p:spPr>
          <a:xfrm>
            <a:off x="6792727" y="1346775"/>
            <a:ext cx="2887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endParaRPr lang="en-GB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42891A-0DF6-69AC-AD67-3414EAB7A7EB}"/>
              </a:ext>
            </a:extLst>
          </p:cNvPr>
          <p:cNvSpPr txBox="1"/>
          <p:nvPr/>
        </p:nvSpPr>
        <p:spPr>
          <a:xfrm>
            <a:off x="8916475" y="1346775"/>
            <a:ext cx="2887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endParaRPr lang="en-GB" sz="1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5B9D8E-6527-B232-8D71-A5AE40E3492A}"/>
              </a:ext>
            </a:extLst>
          </p:cNvPr>
          <p:cNvSpPr txBox="1"/>
          <p:nvPr/>
        </p:nvSpPr>
        <p:spPr>
          <a:xfrm>
            <a:off x="4689735" y="1109091"/>
            <a:ext cx="2887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endParaRPr lang="en-GB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6174DF-5B9C-FE12-170A-2AA7DCBEC008}"/>
              </a:ext>
            </a:extLst>
          </p:cNvPr>
          <p:cNvSpPr txBox="1"/>
          <p:nvPr/>
        </p:nvSpPr>
        <p:spPr>
          <a:xfrm>
            <a:off x="6792727" y="1109091"/>
            <a:ext cx="2887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endParaRPr lang="en-GB" sz="16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67B3FD-16FC-9393-6010-203D8BDD82FF}"/>
              </a:ext>
            </a:extLst>
          </p:cNvPr>
          <p:cNvSpPr txBox="1"/>
          <p:nvPr/>
        </p:nvSpPr>
        <p:spPr>
          <a:xfrm>
            <a:off x="8916475" y="1109091"/>
            <a:ext cx="2887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endParaRPr lang="en-GB" sz="16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410411-DB5B-43C2-2A84-37D79F5957AD}"/>
              </a:ext>
            </a:extLst>
          </p:cNvPr>
          <p:cNvSpPr txBox="1"/>
          <p:nvPr/>
        </p:nvSpPr>
        <p:spPr>
          <a:xfrm>
            <a:off x="2572929" y="1580147"/>
            <a:ext cx="2887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endParaRPr lang="en-GB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0C0D2D-BE10-917B-802C-8A146C62DF32}"/>
              </a:ext>
            </a:extLst>
          </p:cNvPr>
          <p:cNvSpPr txBox="1"/>
          <p:nvPr/>
        </p:nvSpPr>
        <p:spPr>
          <a:xfrm>
            <a:off x="4689735" y="1584458"/>
            <a:ext cx="2887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60137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6408-DB55-74FC-1930-CBD6CA67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4C06B5F6-47FD-B37B-4447-844A8FBB4626}"/>
              </a:ext>
            </a:extLst>
          </p:cNvPr>
          <p:cNvSpPr txBox="1"/>
          <p:nvPr/>
        </p:nvSpPr>
        <p:spPr>
          <a:xfrm>
            <a:off x="729688" y="762994"/>
            <a:ext cx="10807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Number of estimations by type of validity per solver</a:t>
            </a:r>
            <a:endParaRPr lang="en-GB" sz="1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514E2-51A1-0C05-BF3D-DAD833768F16}"/>
              </a:ext>
            </a:extLst>
          </p:cNvPr>
          <p:cNvSpPr txBox="1"/>
          <p:nvPr/>
        </p:nvSpPr>
        <p:spPr>
          <a:xfrm>
            <a:off x="729688" y="0"/>
            <a:ext cx="108078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Invalid estimations are a mix of solvers having issues converging or returning parameter values outside of the validity filters</a:t>
            </a:r>
            <a:endParaRPr lang="en-GB" sz="2400" b="1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82CA801-7709-356F-6DD2-D261EFBCA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424" y="1101549"/>
            <a:ext cx="10527926" cy="557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950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D0C3-6BF3-DDDD-5144-0D1A6FB1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6706209D-6700-FDD3-8119-8E55A7CE07DF}"/>
              </a:ext>
            </a:extLst>
          </p:cNvPr>
          <p:cNvSpPr txBox="1"/>
          <p:nvPr/>
        </p:nvSpPr>
        <p:spPr>
          <a:xfrm>
            <a:off x="729688" y="762994"/>
            <a:ext cx="10807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Number of estimations by type of validity per solver</a:t>
            </a:r>
            <a:endParaRPr lang="en-GB" sz="1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5AC2F7-FA46-54A9-D7CB-9A942FD2D708}"/>
              </a:ext>
            </a:extLst>
          </p:cNvPr>
          <p:cNvSpPr txBox="1"/>
          <p:nvPr/>
        </p:nvSpPr>
        <p:spPr>
          <a:xfrm>
            <a:off x="729688" y="0"/>
            <a:ext cx="108078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Invalid estimations are a mix of solvers having issues converging or returning parameter values outside of the validity filters</a:t>
            </a:r>
            <a:endParaRPr lang="en-GB" sz="2400" b="1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7D311A9-E6B0-C18A-7D74-00D3BF4C60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3968088"/>
              </p:ext>
            </p:extLst>
          </p:nvPr>
        </p:nvGraphicFramePr>
        <p:xfrm>
          <a:off x="1915459" y="121272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219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Gerardo Escamilla</dc:creator>
  <cp:lastModifiedBy>Gerardo Escamilla</cp:lastModifiedBy>
  <cp:revision>1</cp:revision>
  <dcterms:created xsi:type="dcterms:W3CDTF">2025-11-16T14:46:52Z</dcterms:created>
  <dcterms:modified xsi:type="dcterms:W3CDTF">2026-01-29T13:20:08Z</dcterms:modified>
</cp:coreProperties>
</file>